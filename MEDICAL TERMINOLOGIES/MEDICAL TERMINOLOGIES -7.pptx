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2" r:id="rId9"/>
    <p:sldId id="263" r:id="rId10"/>
    <p:sldId id="265" r:id="rId11"/>
    <p:sldId id="268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01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17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251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88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64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08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6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684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935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7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55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9D0F1D-F0A6-41EE-8FD8-B62E3C71023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6E36A47-C3FF-4E4A-ABF2-5BF1CB5BD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69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5ED5-4DB3-40F6-849E-567CDAAA4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TERMINOLOGIES -7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1F834-A750-368F-EA83-1D062BD51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51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E03CB-F89D-E81B-DE8B-3D6B877B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NERVOUS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75C1B-9AB5-C65B-3376-052601D5D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nervous system is a complex network of nerves and cells that carry message to and from the brain and spinal cord to various parts of the body.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 nervous system includes both the central nervous system(CNS) and the peripheral nervous system(PNS).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CNS consist of brain and spinal cord.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PNS consist of somatic and the autonomic nervous system.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61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C9BF-09D2-471A-30E7-2CF7A25F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9096C-EB02-18F0-4C66-A731747DC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Coordinates and controls body function.</a:t>
            </a:r>
          </a:p>
          <a:p>
            <a:r>
              <a:rPr lang="en-US" dirty="0"/>
              <a:t>Receives  sensory input and enables motor activity.</a:t>
            </a:r>
          </a:p>
          <a:p>
            <a:r>
              <a:rPr lang="en-US" dirty="0"/>
              <a:t>Organization of activities</a:t>
            </a:r>
          </a:p>
          <a:p>
            <a:r>
              <a:rPr lang="en-US" dirty="0"/>
              <a:t>Make decisions</a:t>
            </a:r>
          </a:p>
          <a:p>
            <a:r>
              <a:rPr lang="en-US" dirty="0"/>
              <a:t>Orders body responses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56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9304-325C-236E-E8BE-6633204E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2B9BC-796B-7290-F27B-0F675DAC8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Cephalo- head</a:t>
            </a:r>
          </a:p>
          <a:p>
            <a:r>
              <a:rPr lang="en-US" dirty="0" err="1"/>
              <a:t>Cerebello</a:t>
            </a:r>
            <a:r>
              <a:rPr lang="en-US" dirty="0"/>
              <a:t>- cerebellum</a:t>
            </a:r>
          </a:p>
          <a:p>
            <a:r>
              <a:rPr lang="en-IN" dirty="0"/>
              <a:t>Cerebro – cerebrum</a:t>
            </a:r>
          </a:p>
          <a:p>
            <a:r>
              <a:rPr lang="en-IN" dirty="0" err="1"/>
              <a:t>Encephalo</a:t>
            </a:r>
            <a:r>
              <a:rPr lang="en-IN" dirty="0"/>
              <a:t>- brain</a:t>
            </a:r>
          </a:p>
          <a:p>
            <a:r>
              <a:rPr lang="en-IN" dirty="0" err="1"/>
              <a:t>Medullo</a:t>
            </a:r>
            <a:r>
              <a:rPr lang="en-IN" dirty="0"/>
              <a:t> – medulla</a:t>
            </a:r>
          </a:p>
          <a:p>
            <a:r>
              <a:rPr lang="en-IN" dirty="0" err="1"/>
              <a:t>Meningio</a:t>
            </a:r>
            <a:r>
              <a:rPr lang="en-IN" dirty="0"/>
              <a:t> – meninges</a:t>
            </a:r>
          </a:p>
          <a:p>
            <a:r>
              <a:rPr lang="en-IN" dirty="0" err="1"/>
              <a:t>Myelo</a:t>
            </a:r>
            <a:r>
              <a:rPr lang="en-IN" dirty="0"/>
              <a:t> – spinal cord</a:t>
            </a:r>
          </a:p>
          <a:p>
            <a:r>
              <a:rPr lang="en-IN" dirty="0"/>
              <a:t>Neuro – nerve</a:t>
            </a:r>
          </a:p>
          <a:p>
            <a:r>
              <a:rPr lang="en-IN" dirty="0"/>
              <a:t>Polio – </a:t>
            </a:r>
            <a:r>
              <a:rPr lang="en-IN" dirty="0" err="1"/>
              <a:t>gray</a:t>
            </a:r>
            <a:r>
              <a:rPr lang="en-IN" dirty="0"/>
              <a:t> matter</a:t>
            </a:r>
          </a:p>
          <a:p>
            <a:r>
              <a:rPr lang="en-US" dirty="0"/>
              <a:t>Ponto – pons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073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1E099-9779-8954-8B6B-6B5042C3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F2A4-4BC8-FF64-CDCA-DDFE4251C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6C28A-3CCF-D46F-7E25-D2F48583A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Radiculo</a:t>
            </a:r>
            <a:r>
              <a:rPr lang="en-US" dirty="0"/>
              <a:t> – nerve root</a:t>
            </a:r>
          </a:p>
          <a:p>
            <a:r>
              <a:rPr lang="en-US" dirty="0" err="1"/>
              <a:t>Thalamo</a:t>
            </a:r>
            <a:r>
              <a:rPr lang="en-US" dirty="0"/>
              <a:t>- thalamus</a:t>
            </a:r>
          </a:p>
          <a:p>
            <a:r>
              <a:rPr lang="en-US" dirty="0" err="1"/>
              <a:t>Theco</a:t>
            </a:r>
            <a:r>
              <a:rPr lang="en-US" dirty="0"/>
              <a:t> – sheath</a:t>
            </a:r>
          </a:p>
          <a:p>
            <a:r>
              <a:rPr lang="en-US" dirty="0" err="1"/>
              <a:t>Ventriculo</a:t>
            </a:r>
            <a:r>
              <a:rPr lang="en-US" dirty="0"/>
              <a:t>- ventricles</a:t>
            </a:r>
          </a:p>
          <a:p>
            <a:r>
              <a:rPr lang="en-US" dirty="0"/>
              <a:t>-algesia – pain</a:t>
            </a:r>
          </a:p>
          <a:p>
            <a:r>
              <a:rPr lang="en-US" dirty="0"/>
              <a:t>-aesthesia- sensation</a:t>
            </a:r>
          </a:p>
          <a:p>
            <a:r>
              <a:rPr lang="en-US" dirty="0"/>
              <a:t>-paresis- weakness</a:t>
            </a:r>
          </a:p>
          <a:p>
            <a:r>
              <a:rPr lang="en-US" dirty="0"/>
              <a:t>-</a:t>
            </a:r>
            <a:r>
              <a:rPr lang="en-US" dirty="0" err="1"/>
              <a:t>phasia</a:t>
            </a:r>
            <a:r>
              <a:rPr lang="en-US" dirty="0"/>
              <a:t> – speech</a:t>
            </a:r>
          </a:p>
          <a:p>
            <a:r>
              <a:rPr lang="en-US" dirty="0"/>
              <a:t>-</a:t>
            </a:r>
            <a:r>
              <a:rPr lang="en-US" dirty="0" err="1"/>
              <a:t>plegia</a:t>
            </a:r>
            <a:r>
              <a:rPr lang="en-US" dirty="0"/>
              <a:t> – paralysis</a:t>
            </a:r>
          </a:p>
          <a:p>
            <a:r>
              <a:rPr lang="en-US" dirty="0"/>
              <a:t>-</a:t>
            </a:r>
            <a:r>
              <a:rPr lang="en-US" dirty="0" err="1"/>
              <a:t>taxia</a:t>
            </a:r>
            <a:r>
              <a:rPr lang="en-US" dirty="0"/>
              <a:t> – muscle coordination</a:t>
            </a:r>
          </a:p>
        </p:txBody>
      </p:sp>
    </p:spTree>
    <p:extLst>
      <p:ext uri="{BB962C8B-B14F-4D97-AF65-F5344CB8AC3E}">
        <p14:creationId xmlns:p14="http://schemas.microsoft.com/office/powerpoint/2010/main" val="3125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43605-7046-C8E5-BFE6-D779BF38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NERVOUS TISSUE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67B2-B50A-AD83-03F9-5EBCB1E10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Nervous system composed of two types of cells</a:t>
            </a:r>
          </a:p>
          <a:p>
            <a:pPr marL="0" indent="0">
              <a:buNone/>
            </a:pPr>
            <a:r>
              <a:rPr lang="en-US" dirty="0"/>
              <a:t>                 Neurons</a:t>
            </a:r>
          </a:p>
          <a:p>
            <a:pPr marL="0" indent="0">
              <a:buNone/>
            </a:pPr>
            <a:r>
              <a:rPr lang="en-US" dirty="0"/>
              <a:t>                 Neuroglia</a:t>
            </a:r>
          </a:p>
          <a:p>
            <a:r>
              <a:rPr lang="en-US" dirty="0"/>
              <a:t>Neurons have 3 basic parts</a:t>
            </a:r>
          </a:p>
          <a:p>
            <a:pPr marL="0" indent="0">
              <a:buNone/>
            </a:pPr>
            <a:r>
              <a:rPr lang="en-US" dirty="0"/>
              <a:t>                      Dendrites- high branched projections that receive impulses.</a:t>
            </a:r>
          </a:p>
          <a:p>
            <a:pPr marL="0" indent="0">
              <a:buNone/>
            </a:pPr>
            <a:r>
              <a:rPr lang="en-US" dirty="0"/>
              <a:t>                       cell body – contains nucleus and organelles.</a:t>
            </a:r>
          </a:p>
          <a:p>
            <a:pPr marL="0" indent="0">
              <a:buNone/>
            </a:pPr>
            <a:r>
              <a:rPr lang="en-US" dirty="0"/>
              <a:t>                        Axon – conducts electrical impulses to destination.</a:t>
            </a:r>
          </a:p>
          <a:p>
            <a:pPr marL="0" indent="0">
              <a:buNone/>
            </a:pPr>
            <a:r>
              <a:rPr lang="en-US" dirty="0"/>
              <a:t>                  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80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1556-61DB-B0C4-1E98-2D4A879C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84D9-33AD-BB8E-C8F7-83E89510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NERVOUS TISSUE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7D0EF-03BB-8E54-EF9D-E86937C8F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Synapse – point where axon of one neuron meet</a:t>
            </a:r>
          </a:p>
          <a:p>
            <a:pPr marL="0" indent="0">
              <a:buNone/>
            </a:pPr>
            <a:r>
              <a:rPr lang="en-US" dirty="0"/>
              <a:t>    the dendrites of other neuron.</a:t>
            </a:r>
          </a:p>
          <a:p>
            <a:r>
              <a:rPr lang="en-US" dirty="0"/>
              <a:t>Synaptic cleft – Gap between two neurons in </a:t>
            </a:r>
          </a:p>
          <a:p>
            <a:pPr marL="0" indent="0">
              <a:buNone/>
            </a:pPr>
            <a:r>
              <a:rPr lang="en-US" dirty="0"/>
              <a:t>  a synapse </a:t>
            </a:r>
          </a:p>
          <a:p>
            <a:r>
              <a:rPr lang="en-US" dirty="0"/>
              <a:t>Neurotransmitter- chemical released by axon.</a:t>
            </a:r>
          </a:p>
          <a:p>
            <a:r>
              <a:rPr lang="en-US" dirty="0"/>
              <a:t>Neuroglia- the term refers to glue because these </a:t>
            </a:r>
          </a:p>
          <a:p>
            <a:pPr marL="0" indent="0">
              <a:buNone/>
            </a:pPr>
            <a:r>
              <a:rPr lang="en-US" dirty="0"/>
              <a:t>   cells bind neurons to each other. these cells </a:t>
            </a:r>
          </a:p>
          <a:p>
            <a:pPr marL="0" indent="0">
              <a:buNone/>
            </a:pPr>
            <a:r>
              <a:rPr lang="en-US" dirty="0"/>
              <a:t>     produce </a:t>
            </a:r>
            <a:r>
              <a:rPr lang="en-IN" dirty="0"/>
              <a:t>myelin.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407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C623-1FAF-EF03-065F-A789467F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360DA-4D6C-14F9-780D-97C35DC98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neuron is the structural and the functional unit of the nervous system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conveys information through electrical and chemical signal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 transmit their impulses to each other across a tiny gap called a synapse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neuron has many arms called dendrites, which act like antennae picking up messages from other nerve cells.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neurons are electrically  conducted by the neurotransmitters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18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BAD9-59C6-BB52-2B9E-0C7DA7E2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786C-1A9E-ABCC-0154-42C22A478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Combination of brain and spinal cord</a:t>
            </a:r>
          </a:p>
          <a:p>
            <a:r>
              <a:rPr lang="en-US" dirty="0"/>
              <a:t>Function: receives impulses from all over the body, process the information and respond with action.</a:t>
            </a:r>
          </a:p>
          <a:p>
            <a:r>
              <a:rPr lang="en-US" dirty="0"/>
              <a:t>Bundles of nerve </a:t>
            </a:r>
            <a:r>
              <a:rPr lang="en-US" dirty="0" err="1"/>
              <a:t>fibres</a:t>
            </a:r>
            <a:r>
              <a:rPr lang="en-US" dirty="0"/>
              <a:t> connecting the CNS are called tracts.</a:t>
            </a:r>
          </a:p>
          <a:p>
            <a:r>
              <a:rPr lang="en-US" dirty="0"/>
              <a:t>Consist of grey matter and white matter.</a:t>
            </a:r>
          </a:p>
          <a:p>
            <a:r>
              <a:rPr lang="en-US" dirty="0"/>
              <a:t>Gray matter- uncovered cell bodies</a:t>
            </a:r>
          </a:p>
          <a:p>
            <a:r>
              <a:rPr lang="en-US" dirty="0"/>
              <a:t>White matter- myelinated nerve fibers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830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2B10-5E5E-6CA2-E2B7-B9B51A4F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52244-C416-FBC0-49F8-F98DBBBEE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largest organ in the body</a:t>
            </a:r>
          </a:p>
          <a:p>
            <a:r>
              <a:rPr lang="en-US" dirty="0"/>
              <a:t>Center for </a:t>
            </a:r>
            <a:r>
              <a:rPr lang="en-US" dirty="0" err="1"/>
              <a:t>thoughts,memory,judgement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emotion.</a:t>
            </a:r>
          </a:p>
          <a:p>
            <a:r>
              <a:rPr lang="en-US" dirty="0"/>
              <a:t>Four sections : cerebrum</a:t>
            </a:r>
          </a:p>
          <a:p>
            <a:pPr marL="0" indent="0">
              <a:buNone/>
            </a:pPr>
            <a:r>
              <a:rPr lang="en-US" dirty="0"/>
              <a:t>                                  cerebellum</a:t>
            </a:r>
          </a:p>
          <a:p>
            <a:pPr marL="0" indent="0">
              <a:buNone/>
            </a:pPr>
            <a:r>
              <a:rPr lang="en-US" dirty="0"/>
              <a:t>                                  Diencephalon</a:t>
            </a:r>
          </a:p>
          <a:p>
            <a:pPr marL="0" indent="0">
              <a:buNone/>
            </a:pPr>
            <a:r>
              <a:rPr lang="en-US" dirty="0"/>
              <a:t>                                  brainstem</a:t>
            </a:r>
          </a:p>
          <a:p>
            <a:r>
              <a:rPr lang="en-US" dirty="0"/>
              <a:t>Gyri&amp; sulci- elevated portions are called </a:t>
            </a:r>
          </a:p>
          <a:p>
            <a:pPr marL="0" indent="0">
              <a:buNone/>
            </a:pPr>
            <a:r>
              <a:rPr lang="en-US" dirty="0"/>
              <a:t>    gyri and fissures between gyri are called </a:t>
            </a:r>
          </a:p>
          <a:p>
            <a:pPr marL="0" indent="0">
              <a:buNone/>
            </a:pPr>
            <a:r>
              <a:rPr lang="en-US" dirty="0"/>
              <a:t>    sulci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03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6C98-08CC-442E-6328-674246AF7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6443-6665-9A89-454A-77DB0D0A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3DDD-5796-C707-C3AA-FCC709CF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Lobes of cerebrum</a:t>
            </a:r>
          </a:p>
          <a:p>
            <a:r>
              <a:rPr lang="en-US" dirty="0"/>
              <a:t>Frontal – controls motor function and speech.</a:t>
            </a:r>
          </a:p>
          <a:p>
            <a:r>
              <a:rPr lang="en-US" dirty="0"/>
              <a:t>Parietal – receives and interpret sensory impulse.</a:t>
            </a:r>
          </a:p>
          <a:p>
            <a:r>
              <a:rPr lang="en-US" dirty="0"/>
              <a:t>Temporal – controls hearing and smell</a:t>
            </a:r>
          </a:p>
          <a:p>
            <a:r>
              <a:rPr lang="en-US" dirty="0"/>
              <a:t>Occipital – controls vision.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Coverings of brain – </a:t>
            </a:r>
            <a:r>
              <a:rPr lang="en-US" dirty="0" err="1"/>
              <a:t>duramater,arachnoidmater,piamater</a:t>
            </a:r>
            <a:endParaRPr lang="en-US" dirty="0"/>
          </a:p>
          <a:p>
            <a:r>
              <a:rPr lang="en-US" dirty="0"/>
              <a:t>Protected by CSF – cerebrospinal fluid.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732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9527-8A3B-2CAA-776C-7FF2A3D9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DIENCEPHALON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48E5A-4F9F-BAEE-4C0B-12CBD797D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below the cerebrum</a:t>
            </a:r>
          </a:p>
          <a:p>
            <a:r>
              <a:rPr lang="en-US" dirty="0"/>
              <a:t>Consist of two areas</a:t>
            </a:r>
          </a:p>
          <a:p>
            <a:pPr marL="0" indent="0">
              <a:buNone/>
            </a:pPr>
            <a:r>
              <a:rPr lang="en-US" dirty="0"/>
              <a:t>            thalamus – center for relaying impulses from special sense organs.</a:t>
            </a:r>
          </a:p>
          <a:p>
            <a:pPr marL="0" indent="0">
              <a:buNone/>
            </a:pPr>
            <a:r>
              <a:rPr lang="en-US" dirty="0"/>
              <a:t>            Hypothalamus- controls body </a:t>
            </a:r>
            <a:r>
              <a:rPr lang="en-US" dirty="0" err="1"/>
              <a:t>temperature,sleep</a:t>
            </a:r>
            <a:r>
              <a:rPr lang="en-US" dirty="0"/>
              <a:t> , emotions,</a:t>
            </a:r>
          </a:p>
          <a:p>
            <a:pPr marL="0" indent="0">
              <a:buNone/>
            </a:pPr>
            <a:r>
              <a:rPr lang="en-US" dirty="0"/>
              <a:t>              ANS  </a:t>
            </a:r>
            <a:r>
              <a:rPr lang="en-US" dirty="0" err="1"/>
              <a:t>functions,harmones</a:t>
            </a:r>
            <a:r>
              <a:rPr lang="en-US" dirty="0"/>
              <a:t> of pituitary glands.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497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F5E1-349E-CC28-EE7E-84AD17F1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CEREBELLUM AND BRAINSTEM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B390-458C-C9F5-31EA-886E78C3C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Cerebellum – second largest part of the brain. Helps in coordinating movements.</a:t>
            </a:r>
          </a:p>
          <a:p>
            <a:r>
              <a:rPr lang="en-US" dirty="0"/>
              <a:t>Brainstem – consist of </a:t>
            </a:r>
          </a:p>
          <a:p>
            <a:pPr lvl="5">
              <a:buFont typeface="Wingdings" panose="05000000000000000000" pitchFamily="2" charset="2"/>
              <a:buChar char="v"/>
            </a:pPr>
            <a:r>
              <a:rPr lang="en-US" sz="1800" dirty="0"/>
              <a:t> Midbrain – acts as a pathway for impulses between brain and </a:t>
            </a:r>
            <a:r>
              <a:rPr lang="en-US" sz="1800" dirty="0" err="1"/>
              <a:t>spinalcord</a:t>
            </a:r>
            <a:r>
              <a:rPr lang="en-US" sz="1800" dirty="0"/>
              <a:t> .</a:t>
            </a:r>
          </a:p>
          <a:p>
            <a:pPr lvl="5">
              <a:buFont typeface="Wingdings" panose="05000000000000000000" pitchFamily="2" charset="2"/>
              <a:buChar char="v"/>
            </a:pPr>
            <a:r>
              <a:rPr lang="en-US" sz="1800" dirty="0"/>
              <a:t>Pons- connects cerebellum to rest of the brain.</a:t>
            </a:r>
          </a:p>
          <a:p>
            <a:pPr lvl="5">
              <a:buFont typeface="Wingdings" panose="05000000000000000000" pitchFamily="2" charset="2"/>
              <a:buChar char="v"/>
            </a:pPr>
            <a:r>
              <a:rPr lang="en-US" sz="1800" dirty="0"/>
              <a:t>medulla – connects brain to spinal cord.          </a:t>
            </a:r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778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26A7-FFB5-6779-616B-5DB4D1EC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SPINAL CORD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D5094-68BE-3F87-2ADB-6AFA48884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Extends from medulla oblongata to the second lumbar vertebrae.</a:t>
            </a:r>
          </a:p>
          <a:p>
            <a:r>
              <a:rPr lang="en-US" dirty="0"/>
              <a:t>Called spinal cavity or vertebral canal.</a:t>
            </a:r>
          </a:p>
          <a:p>
            <a:r>
              <a:rPr lang="en-US" dirty="0"/>
              <a:t>Consist of 33 vertebrae of back bones.</a:t>
            </a:r>
          </a:p>
          <a:p>
            <a:r>
              <a:rPr lang="en-US" dirty="0"/>
              <a:t>It consist of two tracts</a:t>
            </a:r>
          </a:p>
          <a:p>
            <a:r>
              <a:rPr lang="en-US" dirty="0"/>
              <a:t>Ascending tracts- spinal cord to brain.</a:t>
            </a:r>
          </a:p>
          <a:p>
            <a:r>
              <a:rPr lang="en-US" dirty="0"/>
              <a:t>Descending tracts- brain to spinal cord.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91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5762-E122-30CD-F11F-D3FDD2C9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91F00-0EBA-6AAD-AEBE-A6EED41CF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 of</a:t>
            </a:r>
          </a:p>
          <a:p>
            <a:r>
              <a:rPr lang="en-US" dirty="0"/>
              <a:t>12 pairs of cranial nerves (arise from brain)</a:t>
            </a:r>
          </a:p>
          <a:p>
            <a:r>
              <a:rPr lang="en-US" dirty="0"/>
              <a:t>31 pairs of spinal nerves(arise from spinal cord)</a:t>
            </a:r>
          </a:p>
          <a:p>
            <a:r>
              <a:rPr lang="en-US" dirty="0"/>
              <a:t>Nerve- a bundle of axon fibers located outside CNS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028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D6D6-492E-0887-4FD3-875DA993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27B9-FE28-5665-6017-5AA5EE00A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Neurology – diagnosis and treatment of disease of nervous system.</a:t>
            </a:r>
          </a:p>
          <a:p>
            <a:r>
              <a:rPr lang="en-US" dirty="0"/>
              <a:t>Cephalgia – head pain                                                                </a:t>
            </a:r>
          </a:p>
          <a:p>
            <a:r>
              <a:rPr lang="en-US" dirty="0"/>
              <a:t>Cerebellitis – inflammation of cerebellum</a:t>
            </a:r>
          </a:p>
          <a:p>
            <a:r>
              <a:rPr lang="en-US" dirty="0"/>
              <a:t>Cerebrospinal – pertaining to cerebrum and spine.</a:t>
            </a:r>
          </a:p>
          <a:p>
            <a:r>
              <a:rPr lang="en-US" dirty="0"/>
              <a:t>Electroencephalogram – recording of brain activity</a:t>
            </a:r>
          </a:p>
          <a:p>
            <a:r>
              <a:rPr lang="en-US" dirty="0"/>
              <a:t>Encephalitis – inflammation of brain</a:t>
            </a:r>
          </a:p>
          <a:p>
            <a:r>
              <a:rPr lang="en-US" dirty="0"/>
              <a:t>Meningioma – </a:t>
            </a:r>
            <a:r>
              <a:rPr lang="en-US" dirty="0" err="1"/>
              <a:t>Tumour</a:t>
            </a:r>
            <a:r>
              <a:rPr lang="en-US" dirty="0"/>
              <a:t> of the meninges</a:t>
            </a:r>
          </a:p>
          <a:p>
            <a:r>
              <a:rPr lang="en-US" dirty="0"/>
              <a:t>Meningitis – Inflammation of meninges</a:t>
            </a:r>
          </a:p>
          <a:p>
            <a:r>
              <a:rPr lang="en-US" dirty="0"/>
              <a:t>Neuralgia- nerve pain</a:t>
            </a:r>
          </a:p>
          <a:p>
            <a:r>
              <a:rPr lang="en-US" dirty="0"/>
              <a:t>Neurectomy – removal of nerve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569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72BD-A9EB-C4A4-A67E-087033BF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2BB22-00A4-13EE-0C17-2678B723C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Neuroma – nerve </a:t>
            </a:r>
            <a:r>
              <a:rPr lang="en-US" dirty="0" err="1"/>
              <a:t>tumour</a:t>
            </a:r>
            <a:endParaRPr lang="en-US" dirty="0"/>
          </a:p>
          <a:p>
            <a:r>
              <a:rPr lang="en-US" dirty="0"/>
              <a:t>Neuropathy – nerve pain </a:t>
            </a:r>
            <a:endParaRPr lang="en-IN" dirty="0"/>
          </a:p>
          <a:p>
            <a:r>
              <a:rPr lang="en-US" dirty="0"/>
              <a:t>Polyneuritis – Inflammation of many nerve</a:t>
            </a:r>
          </a:p>
          <a:p>
            <a:r>
              <a:rPr lang="en-US" dirty="0"/>
              <a:t>Neurorrhaphy – suture a nerve</a:t>
            </a:r>
          </a:p>
          <a:p>
            <a:r>
              <a:rPr lang="en-US" dirty="0"/>
              <a:t>Myelitis – Inflammation of spinal cord</a:t>
            </a:r>
          </a:p>
          <a:p>
            <a:r>
              <a:rPr lang="en-US" dirty="0"/>
              <a:t>Myelogram –  recording of spinal cord responses</a:t>
            </a:r>
          </a:p>
          <a:p>
            <a:r>
              <a:rPr lang="en-US" dirty="0"/>
              <a:t>Radiculitis – Nerve root inflammation</a:t>
            </a:r>
          </a:p>
          <a:p>
            <a:r>
              <a:rPr lang="en-US" dirty="0"/>
              <a:t>Radiculopathy- nerve root disease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326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028F-65D0-DBEE-DBC5-C64E8006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E072-9C62-4598-BEA1-D74EF96D5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Aura – sensations which occur prior to epileptic seizure</a:t>
            </a:r>
          </a:p>
          <a:p>
            <a:r>
              <a:rPr lang="en-US" dirty="0"/>
              <a:t>Convulsion – alternating involuntary muscle contraction and relaxations</a:t>
            </a:r>
          </a:p>
          <a:p>
            <a:r>
              <a:rPr lang="en-US" dirty="0"/>
              <a:t>Syncope – Fainting</a:t>
            </a:r>
          </a:p>
          <a:p>
            <a:r>
              <a:rPr lang="en-US" dirty="0"/>
              <a:t>Unconscious – unaware of surroundings</a:t>
            </a:r>
          </a:p>
          <a:p>
            <a:r>
              <a:rPr lang="en-US" dirty="0"/>
              <a:t>Paresthesia – abnormal sensations such as burning or tingling</a:t>
            </a:r>
          </a:p>
          <a:p>
            <a:r>
              <a:rPr lang="en-US" dirty="0"/>
              <a:t>Tremor – involuntary repetitive alternating movements</a:t>
            </a:r>
          </a:p>
          <a:p>
            <a:r>
              <a:rPr lang="en-US" dirty="0"/>
              <a:t>Delirium – confusion</a:t>
            </a:r>
          </a:p>
          <a:p>
            <a:r>
              <a:rPr lang="en-US" dirty="0"/>
              <a:t>Hemiparesis – weakness on one side of body</a:t>
            </a:r>
          </a:p>
          <a:p>
            <a:r>
              <a:rPr lang="en-US" dirty="0"/>
              <a:t>Hemiplegia – paralysis on one side of the body</a:t>
            </a:r>
          </a:p>
          <a:p>
            <a:r>
              <a:rPr lang="en-US" dirty="0"/>
              <a:t>Paraplegia – paralysis on lower part of the body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028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16CF-682D-27C7-CC38-895BBC19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FE81D-F820-2D6F-FF6A-A881FA9C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Alzheimer's disease – disorder characterized by progressive dementia and loss of memory</a:t>
            </a:r>
          </a:p>
          <a:p>
            <a:r>
              <a:rPr lang="en-US"/>
              <a:t>Astrocytoma – malignant tumor arising in astrocytes.</a:t>
            </a:r>
          </a:p>
          <a:p>
            <a:r>
              <a:rPr lang="en-US"/>
              <a:t>Cerebral aneurysm – Ballooning of cerebral artery</a:t>
            </a:r>
          </a:p>
          <a:p>
            <a:r>
              <a:rPr lang="en-US"/>
              <a:t>Cerebral contusion – bruising of brain from impact</a:t>
            </a:r>
          </a:p>
          <a:p>
            <a:r>
              <a:rPr lang="en-IN"/>
              <a:t>Cerebrovascular accident – infarction of the brain due to loss of blood supply</a:t>
            </a:r>
          </a:p>
          <a:p>
            <a:r>
              <a:rPr lang="en-IN"/>
              <a:t>Migraine – A type of headache </a:t>
            </a:r>
          </a:p>
          <a:p>
            <a:r>
              <a:rPr lang="en-IN"/>
              <a:t>Hydrocephalus – Accumulation of CSF within brain ventricles</a:t>
            </a:r>
          </a:p>
          <a:p>
            <a:r>
              <a:rPr lang="en-IN"/>
              <a:t>Parkinson’s disease- disorder of basal ganglia result in increased tremor and bradykinesia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829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FE1A-815E-AF7A-2E35-0FBA4775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4619A-5D1A-3CF4-E03A-3555A1AE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FD8EC-8C95-B6C8-4788-C4EA56D0C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Amyotrophic lateral sclerosis – degeneration of the motor neurons of spinal cord</a:t>
            </a:r>
          </a:p>
          <a:p>
            <a:r>
              <a:rPr lang="en-US" dirty="0"/>
              <a:t>Spinal cord injury – damage to the spinal cord due to trauma</a:t>
            </a:r>
          </a:p>
          <a:p>
            <a:r>
              <a:rPr lang="en-US" dirty="0"/>
              <a:t>Bells palsy – facial paralysis</a:t>
            </a:r>
          </a:p>
          <a:p>
            <a:r>
              <a:rPr lang="en-US" dirty="0"/>
              <a:t>Multiple sclerosis – loss of myelin sheath</a:t>
            </a:r>
          </a:p>
          <a:p>
            <a:r>
              <a:rPr lang="en-US"/>
              <a:t>Myasthenia gravis – disorder of  muscle weakness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261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10</TotalTime>
  <Words>940</Words>
  <Application>Microsoft Office PowerPoint</Application>
  <PresentationFormat>Widescreen</PresentationFormat>
  <Paragraphs>155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Century Gothic</vt:lpstr>
      <vt:lpstr>Garamond</vt:lpstr>
      <vt:lpstr>Times New Roman</vt:lpstr>
      <vt:lpstr>Wingdings</vt:lpstr>
      <vt:lpstr>Savon</vt:lpstr>
      <vt:lpstr>MEDICAL TERMINOLOGIES -7</vt:lpstr>
      <vt:lpstr>NERVOUS SYSTEM</vt:lpstr>
      <vt:lpstr>FUNCTIONS</vt:lpstr>
      <vt:lpstr>COMBINING WORDS</vt:lpstr>
      <vt:lpstr>COMBINING WORDS</vt:lpstr>
      <vt:lpstr>NERVOUS TISSUE</vt:lpstr>
      <vt:lpstr>NERVOUS TISSUE</vt:lpstr>
      <vt:lpstr>NEURON</vt:lpstr>
      <vt:lpstr>CNS</vt:lpstr>
      <vt:lpstr>BRAIN</vt:lpstr>
      <vt:lpstr>BRAIN</vt:lpstr>
      <vt:lpstr>DIENCEPHALON</vt:lpstr>
      <vt:lpstr>CEREBELLUM AND BRAINSTEM</vt:lpstr>
      <vt:lpstr>SPINAL CORD</vt:lpstr>
      <vt:lpstr>PNS</vt:lpstr>
      <vt:lpstr>PowerPoint Presentation</vt:lpstr>
      <vt:lpstr>PowerPoint Presentation</vt:lpstr>
      <vt:lpstr>PowerPoint Presentation</vt:lpstr>
      <vt:lpstr>PATHOLOGY</vt:lpstr>
      <vt:lpstr>PATHOLOGY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2025-11-20T15:41:19Z</dcterms:created>
  <dcterms:modified xsi:type="dcterms:W3CDTF">2025-11-20T16:05:31Z</dcterms:modified>
</cp:coreProperties>
</file>