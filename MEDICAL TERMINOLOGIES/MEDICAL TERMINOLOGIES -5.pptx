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D89C4A-006B-4774-9676-79416337B71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43EA765-6D71-450E-BF6F-A6DC5809F56F}">
      <dgm:prSet/>
      <dgm:spPr/>
      <dgm:t>
        <a:bodyPr/>
        <a:lstStyle/>
        <a:p>
          <a:r>
            <a:rPr lang="en-US"/>
            <a:t>1. Skeletal System – 206 bones forming framework.</a:t>
          </a:r>
        </a:p>
      </dgm:t>
    </dgm:pt>
    <dgm:pt modelId="{EA5E40C8-E934-4BD0-814A-59BE8C18C7F4}" type="parTrans" cxnId="{5EF21696-BCA4-45CE-B1CD-08CDCD68C014}">
      <dgm:prSet/>
      <dgm:spPr/>
      <dgm:t>
        <a:bodyPr/>
        <a:lstStyle/>
        <a:p>
          <a:endParaRPr lang="en-US"/>
        </a:p>
      </dgm:t>
    </dgm:pt>
    <dgm:pt modelId="{C1D0B155-901C-4451-853E-16F4085B2DA5}" type="sibTrans" cxnId="{5EF21696-BCA4-45CE-B1CD-08CDCD68C014}">
      <dgm:prSet/>
      <dgm:spPr/>
      <dgm:t>
        <a:bodyPr/>
        <a:lstStyle/>
        <a:p>
          <a:endParaRPr lang="en-US"/>
        </a:p>
      </dgm:t>
    </dgm:pt>
    <dgm:pt modelId="{8A0DDB40-524E-4278-B1AE-04C25DAE0CB9}">
      <dgm:prSet/>
      <dgm:spPr/>
      <dgm:t>
        <a:bodyPr/>
        <a:lstStyle/>
        <a:p>
          <a:r>
            <a:rPr lang="en-US"/>
            <a:t>2. Muscular System – 600+ muscles enabling movement.</a:t>
          </a:r>
        </a:p>
      </dgm:t>
    </dgm:pt>
    <dgm:pt modelId="{76B94D88-4C48-4C50-97F1-A9E427D33349}" type="parTrans" cxnId="{0D60F808-0A02-4A22-AA9F-EEF04B7351BC}">
      <dgm:prSet/>
      <dgm:spPr/>
      <dgm:t>
        <a:bodyPr/>
        <a:lstStyle/>
        <a:p>
          <a:endParaRPr lang="en-US"/>
        </a:p>
      </dgm:t>
    </dgm:pt>
    <dgm:pt modelId="{06CD3AFB-EE40-4449-AF9A-F25241B1DF2A}" type="sibTrans" cxnId="{0D60F808-0A02-4A22-AA9F-EEF04B7351BC}">
      <dgm:prSet/>
      <dgm:spPr/>
      <dgm:t>
        <a:bodyPr/>
        <a:lstStyle/>
        <a:p>
          <a:endParaRPr lang="en-US"/>
        </a:p>
      </dgm:t>
    </dgm:pt>
    <dgm:pt modelId="{F41A61A1-DEDC-4B89-A056-257A53DCAC85}">
      <dgm:prSet/>
      <dgm:spPr/>
      <dgm:t>
        <a:bodyPr/>
        <a:lstStyle/>
        <a:p>
          <a:r>
            <a:rPr lang="en-US"/>
            <a:t>3. Joints &amp; Connective Tissues – ligaments, tendons, cartilage.</a:t>
          </a:r>
        </a:p>
      </dgm:t>
    </dgm:pt>
    <dgm:pt modelId="{0EA773D7-6356-497E-B853-EF7CF9D16ADB}" type="parTrans" cxnId="{B5715AB7-CF4F-451A-A46A-EED7A6C91E73}">
      <dgm:prSet/>
      <dgm:spPr/>
      <dgm:t>
        <a:bodyPr/>
        <a:lstStyle/>
        <a:p>
          <a:endParaRPr lang="en-US"/>
        </a:p>
      </dgm:t>
    </dgm:pt>
    <dgm:pt modelId="{2D7FDB1E-5171-4D9D-86AB-172F01DE48D1}" type="sibTrans" cxnId="{B5715AB7-CF4F-451A-A46A-EED7A6C91E73}">
      <dgm:prSet/>
      <dgm:spPr/>
      <dgm:t>
        <a:bodyPr/>
        <a:lstStyle/>
        <a:p>
          <a:endParaRPr lang="en-US"/>
        </a:p>
      </dgm:t>
    </dgm:pt>
    <dgm:pt modelId="{89CD1F82-B1B3-4DFC-A862-3D280A84831C}" type="pres">
      <dgm:prSet presAssocID="{78D89C4A-006B-4774-9676-79416337B71B}" presName="linear" presStyleCnt="0">
        <dgm:presLayoutVars>
          <dgm:animLvl val="lvl"/>
          <dgm:resizeHandles val="exact"/>
        </dgm:presLayoutVars>
      </dgm:prSet>
      <dgm:spPr/>
    </dgm:pt>
    <dgm:pt modelId="{B2BC7139-5F9A-41F0-8797-88429B35B45E}" type="pres">
      <dgm:prSet presAssocID="{B43EA765-6D71-450E-BF6F-A6DC5809F56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5648D38-484A-4B78-AD51-8E078B1AE1DB}" type="pres">
      <dgm:prSet presAssocID="{C1D0B155-901C-4451-853E-16F4085B2DA5}" presName="spacer" presStyleCnt="0"/>
      <dgm:spPr/>
    </dgm:pt>
    <dgm:pt modelId="{46871B54-F5E1-4DDC-AB39-B5589D2F2960}" type="pres">
      <dgm:prSet presAssocID="{8A0DDB40-524E-4278-B1AE-04C25DAE0CB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3AA8D7-C653-49ED-887B-3B4D3DA5F9CD}" type="pres">
      <dgm:prSet presAssocID="{06CD3AFB-EE40-4449-AF9A-F25241B1DF2A}" presName="spacer" presStyleCnt="0"/>
      <dgm:spPr/>
    </dgm:pt>
    <dgm:pt modelId="{398150F8-E5A8-419B-A2ED-F65D83FECC64}" type="pres">
      <dgm:prSet presAssocID="{F41A61A1-DEDC-4B89-A056-257A53DCAC8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D60F808-0A02-4A22-AA9F-EEF04B7351BC}" srcId="{78D89C4A-006B-4774-9676-79416337B71B}" destId="{8A0DDB40-524E-4278-B1AE-04C25DAE0CB9}" srcOrd="1" destOrd="0" parTransId="{76B94D88-4C48-4C50-97F1-A9E427D33349}" sibTransId="{06CD3AFB-EE40-4449-AF9A-F25241B1DF2A}"/>
    <dgm:cxn modelId="{1575943F-85DF-4BF7-8EFB-4CD18553A920}" type="presOf" srcId="{F41A61A1-DEDC-4B89-A056-257A53DCAC85}" destId="{398150F8-E5A8-419B-A2ED-F65D83FECC64}" srcOrd="0" destOrd="0" presId="urn:microsoft.com/office/officeart/2005/8/layout/vList2"/>
    <dgm:cxn modelId="{9161E34F-D6F8-4105-B8D0-F9A3BE6EBD14}" type="presOf" srcId="{B43EA765-6D71-450E-BF6F-A6DC5809F56F}" destId="{B2BC7139-5F9A-41F0-8797-88429B35B45E}" srcOrd="0" destOrd="0" presId="urn:microsoft.com/office/officeart/2005/8/layout/vList2"/>
    <dgm:cxn modelId="{81BA1187-86D8-405D-92E7-241ADEC6CEC5}" type="presOf" srcId="{8A0DDB40-524E-4278-B1AE-04C25DAE0CB9}" destId="{46871B54-F5E1-4DDC-AB39-B5589D2F2960}" srcOrd="0" destOrd="0" presId="urn:microsoft.com/office/officeart/2005/8/layout/vList2"/>
    <dgm:cxn modelId="{5EF21696-BCA4-45CE-B1CD-08CDCD68C014}" srcId="{78D89C4A-006B-4774-9676-79416337B71B}" destId="{B43EA765-6D71-450E-BF6F-A6DC5809F56F}" srcOrd="0" destOrd="0" parTransId="{EA5E40C8-E934-4BD0-814A-59BE8C18C7F4}" sibTransId="{C1D0B155-901C-4451-853E-16F4085B2DA5}"/>
    <dgm:cxn modelId="{A737FEB6-8867-4D08-98F9-0C2EAF57F642}" type="presOf" srcId="{78D89C4A-006B-4774-9676-79416337B71B}" destId="{89CD1F82-B1B3-4DFC-A862-3D280A84831C}" srcOrd="0" destOrd="0" presId="urn:microsoft.com/office/officeart/2005/8/layout/vList2"/>
    <dgm:cxn modelId="{B5715AB7-CF4F-451A-A46A-EED7A6C91E73}" srcId="{78D89C4A-006B-4774-9676-79416337B71B}" destId="{F41A61A1-DEDC-4B89-A056-257A53DCAC85}" srcOrd="2" destOrd="0" parTransId="{0EA773D7-6356-497E-B853-EF7CF9D16ADB}" sibTransId="{2D7FDB1E-5171-4D9D-86AB-172F01DE48D1}"/>
    <dgm:cxn modelId="{0934CE0B-3F1B-42CD-B58E-38CC523AC4F6}" type="presParOf" srcId="{89CD1F82-B1B3-4DFC-A862-3D280A84831C}" destId="{B2BC7139-5F9A-41F0-8797-88429B35B45E}" srcOrd="0" destOrd="0" presId="urn:microsoft.com/office/officeart/2005/8/layout/vList2"/>
    <dgm:cxn modelId="{0B63CB4E-6859-4809-9788-EAC3B00F5DD6}" type="presParOf" srcId="{89CD1F82-B1B3-4DFC-A862-3D280A84831C}" destId="{45648D38-484A-4B78-AD51-8E078B1AE1DB}" srcOrd="1" destOrd="0" presId="urn:microsoft.com/office/officeart/2005/8/layout/vList2"/>
    <dgm:cxn modelId="{4755FAF0-8105-4122-8FFA-C307A9A08792}" type="presParOf" srcId="{89CD1F82-B1B3-4DFC-A862-3D280A84831C}" destId="{46871B54-F5E1-4DDC-AB39-B5589D2F2960}" srcOrd="2" destOrd="0" presId="urn:microsoft.com/office/officeart/2005/8/layout/vList2"/>
    <dgm:cxn modelId="{1A0DEBC1-B44C-4D10-BF0A-10D2B8C5533F}" type="presParOf" srcId="{89CD1F82-B1B3-4DFC-A862-3D280A84831C}" destId="{883AA8D7-C653-49ED-887B-3B4D3DA5F9CD}" srcOrd="3" destOrd="0" presId="urn:microsoft.com/office/officeart/2005/8/layout/vList2"/>
    <dgm:cxn modelId="{AC8301DC-5051-4C01-BE88-0416A2D8E8A5}" type="presParOf" srcId="{89CD1F82-B1B3-4DFC-A862-3D280A84831C}" destId="{398150F8-E5A8-419B-A2ED-F65D83FECC6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A9EB57-8F7F-4399-8B53-4BB993881ED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190C42D-1F9E-4C7C-90AE-B29254AB933F}">
      <dgm:prSet/>
      <dgm:spPr/>
      <dgm:t>
        <a:bodyPr/>
        <a:lstStyle/>
        <a:p>
          <a:r>
            <a:rPr lang="en-US"/>
            <a:t>• Support – Maintains body shape &amp; posture.</a:t>
          </a:r>
        </a:p>
      </dgm:t>
    </dgm:pt>
    <dgm:pt modelId="{E1266788-CD3E-47A2-B83E-5EC3226C3D5D}" type="parTrans" cxnId="{369F72BA-BF49-400F-A344-6AAD9FD0C416}">
      <dgm:prSet/>
      <dgm:spPr/>
      <dgm:t>
        <a:bodyPr/>
        <a:lstStyle/>
        <a:p>
          <a:endParaRPr lang="en-US"/>
        </a:p>
      </dgm:t>
    </dgm:pt>
    <dgm:pt modelId="{B04FCD5A-CC8C-4F85-BF1C-65E77EA4767B}" type="sibTrans" cxnId="{369F72BA-BF49-400F-A344-6AAD9FD0C416}">
      <dgm:prSet/>
      <dgm:spPr/>
      <dgm:t>
        <a:bodyPr/>
        <a:lstStyle/>
        <a:p>
          <a:endParaRPr lang="en-US"/>
        </a:p>
      </dgm:t>
    </dgm:pt>
    <dgm:pt modelId="{FE4B48F2-BDBD-440C-85DD-0E6CD0D6A9A3}">
      <dgm:prSet/>
      <dgm:spPr/>
      <dgm:t>
        <a:bodyPr/>
        <a:lstStyle/>
        <a:p>
          <a:r>
            <a:rPr lang="en-US"/>
            <a:t>• Movement – Skeletal muscles act on bones.</a:t>
          </a:r>
        </a:p>
      </dgm:t>
    </dgm:pt>
    <dgm:pt modelId="{672D3194-9610-409D-AB42-BF99466A6EB9}" type="parTrans" cxnId="{55BD40A5-4834-41E8-954D-BDA8D2B7171F}">
      <dgm:prSet/>
      <dgm:spPr/>
      <dgm:t>
        <a:bodyPr/>
        <a:lstStyle/>
        <a:p>
          <a:endParaRPr lang="en-US"/>
        </a:p>
      </dgm:t>
    </dgm:pt>
    <dgm:pt modelId="{A9A5CE98-EA64-4904-8A3A-622F23BAEDC2}" type="sibTrans" cxnId="{55BD40A5-4834-41E8-954D-BDA8D2B7171F}">
      <dgm:prSet/>
      <dgm:spPr/>
      <dgm:t>
        <a:bodyPr/>
        <a:lstStyle/>
        <a:p>
          <a:endParaRPr lang="en-US"/>
        </a:p>
      </dgm:t>
    </dgm:pt>
    <dgm:pt modelId="{3A902948-5D8F-4B75-8EC1-7BCA36397A9D}">
      <dgm:prSet/>
      <dgm:spPr/>
      <dgm:t>
        <a:bodyPr/>
        <a:lstStyle/>
        <a:p>
          <a:r>
            <a:rPr lang="en-US"/>
            <a:t>• Protection – Organs shielded by bones.</a:t>
          </a:r>
        </a:p>
      </dgm:t>
    </dgm:pt>
    <dgm:pt modelId="{47450539-ACD7-4729-AE58-5E7FA5E2743A}" type="parTrans" cxnId="{10030614-FF34-4AF2-8E04-EA67E8BE0B84}">
      <dgm:prSet/>
      <dgm:spPr/>
      <dgm:t>
        <a:bodyPr/>
        <a:lstStyle/>
        <a:p>
          <a:endParaRPr lang="en-US"/>
        </a:p>
      </dgm:t>
    </dgm:pt>
    <dgm:pt modelId="{4238677F-1352-4E28-90C3-9470BA02D700}" type="sibTrans" cxnId="{10030614-FF34-4AF2-8E04-EA67E8BE0B84}">
      <dgm:prSet/>
      <dgm:spPr/>
      <dgm:t>
        <a:bodyPr/>
        <a:lstStyle/>
        <a:p>
          <a:endParaRPr lang="en-US"/>
        </a:p>
      </dgm:t>
    </dgm:pt>
    <dgm:pt modelId="{48C485FF-D0A7-42DC-90F3-65997A8E1BE1}">
      <dgm:prSet/>
      <dgm:spPr/>
      <dgm:t>
        <a:bodyPr/>
        <a:lstStyle/>
        <a:p>
          <a:r>
            <a:rPr lang="en-US"/>
            <a:t>• Mineral storage – Calcium &amp; phosphorus.</a:t>
          </a:r>
        </a:p>
      </dgm:t>
    </dgm:pt>
    <dgm:pt modelId="{A59FA40C-3FFC-479E-B0D7-7EB44920D90B}" type="parTrans" cxnId="{08854289-88F0-42C9-89DC-8A79BD37DEE9}">
      <dgm:prSet/>
      <dgm:spPr/>
      <dgm:t>
        <a:bodyPr/>
        <a:lstStyle/>
        <a:p>
          <a:endParaRPr lang="en-US"/>
        </a:p>
      </dgm:t>
    </dgm:pt>
    <dgm:pt modelId="{B1091D53-E981-4960-ADB8-65F640750ED2}" type="sibTrans" cxnId="{08854289-88F0-42C9-89DC-8A79BD37DEE9}">
      <dgm:prSet/>
      <dgm:spPr/>
      <dgm:t>
        <a:bodyPr/>
        <a:lstStyle/>
        <a:p>
          <a:endParaRPr lang="en-US"/>
        </a:p>
      </dgm:t>
    </dgm:pt>
    <dgm:pt modelId="{9CA2EB3A-751B-49CF-82A2-77A216CBAF2C}">
      <dgm:prSet/>
      <dgm:spPr/>
      <dgm:t>
        <a:bodyPr/>
        <a:lstStyle/>
        <a:p>
          <a:r>
            <a:rPr lang="en-US"/>
            <a:t>• Blood formation – Bone marrow produces blood cells.</a:t>
          </a:r>
        </a:p>
      </dgm:t>
    </dgm:pt>
    <dgm:pt modelId="{7A5EC688-32B4-4D3D-B105-C790F3928A75}" type="parTrans" cxnId="{376CC9C2-58D5-4565-8C11-7BE2B9E32410}">
      <dgm:prSet/>
      <dgm:spPr/>
      <dgm:t>
        <a:bodyPr/>
        <a:lstStyle/>
        <a:p>
          <a:endParaRPr lang="en-US"/>
        </a:p>
      </dgm:t>
    </dgm:pt>
    <dgm:pt modelId="{A7DF9FF3-DB55-41CC-91CD-DEB311D7E0C6}" type="sibTrans" cxnId="{376CC9C2-58D5-4565-8C11-7BE2B9E32410}">
      <dgm:prSet/>
      <dgm:spPr/>
      <dgm:t>
        <a:bodyPr/>
        <a:lstStyle/>
        <a:p>
          <a:endParaRPr lang="en-US"/>
        </a:p>
      </dgm:t>
    </dgm:pt>
    <dgm:pt modelId="{D94BA828-C476-473C-A125-1871E6236B0E}" type="pres">
      <dgm:prSet presAssocID="{49A9EB57-8F7F-4399-8B53-4BB993881ED3}" presName="linear" presStyleCnt="0">
        <dgm:presLayoutVars>
          <dgm:animLvl val="lvl"/>
          <dgm:resizeHandles val="exact"/>
        </dgm:presLayoutVars>
      </dgm:prSet>
      <dgm:spPr/>
    </dgm:pt>
    <dgm:pt modelId="{90874147-3077-45AF-B4C3-15600F2D8293}" type="pres">
      <dgm:prSet presAssocID="{C190C42D-1F9E-4C7C-90AE-B29254AB933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19C67AF-592A-4D6C-9C84-979E0C91392E}" type="pres">
      <dgm:prSet presAssocID="{B04FCD5A-CC8C-4F85-BF1C-65E77EA4767B}" presName="spacer" presStyleCnt="0"/>
      <dgm:spPr/>
    </dgm:pt>
    <dgm:pt modelId="{3667F77E-9399-45C8-983F-F200D11A6E05}" type="pres">
      <dgm:prSet presAssocID="{FE4B48F2-BDBD-440C-85DD-0E6CD0D6A9A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000EA12-0B2E-46B7-8104-E56677BABF88}" type="pres">
      <dgm:prSet presAssocID="{A9A5CE98-EA64-4904-8A3A-622F23BAEDC2}" presName="spacer" presStyleCnt="0"/>
      <dgm:spPr/>
    </dgm:pt>
    <dgm:pt modelId="{37E46163-10FA-4D22-854C-7B8056754E3E}" type="pres">
      <dgm:prSet presAssocID="{3A902948-5D8F-4B75-8EC1-7BCA36397A9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57E4164-AFB8-4542-8957-858B5151D50D}" type="pres">
      <dgm:prSet presAssocID="{4238677F-1352-4E28-90C3-9470BA02D700}" presName="spacer" presStyleCnt="0"/>
      <dgm:spPr/>
    </dgm:pt>
    <dgm:pt modelId="{7404BCBE-5837-40B3-9E33-949FA69588A6}" type="pres">
      <dgm:prSet presAssocID="{48C485FF-D0A7-42DC-90F3-65997A8E1BE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773AEF3-3E27-4C15-A917-0DB258D4639C}" type="pres">
      <dgm:prSet presAssocID="{B1091D53-E981-4960-ADB8-65F640750ED2}" presName="spacer" presStyleCnt="0"/>
      <dgm:spPr/>
    </dgm:pt>
    <dgm:pt modelId="{4CC4184B-D620-4CA9-866D-A62669221A11}" type="pres">
      <dgm:prSet presAssocID="{9CA2EB3A-751B-49CF-82A2-77A216CBAF2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0030614-FF34-4AF2-8E04-EA67E8BE0B84}" srcId="{49A9EB57-8F7F-4399-8B53-4BB993881ED3}" destId="{3A902948-5D8F-4B75-8EC1-7BCA36397A9D}" srcOrd="2" destOrd="0" parTransId="{47450539-ACD7-4729-AE58-5E7FA5E2743A}" sibTransId="{4238677F-1352-4E28-90C3-9470BA02D700}"/>
    <dgm:cxn modelId="{C91D7330-1837-4DE6-A354-7A14AE6676F4}" type="presOf" srcId="{3A902948-5D8F-4B75-8EC1-7BCA36397A9D}" destId="{37E46163-10FA-4D22-854C-7B8056754E3E}" srcOrd="0" destOrd="0" presId="urn:microsoft.com/office/officeart/2005/8/layout/vList2"/>
    <dgm:cxn modelId="{0E4D3A65-E6D1-42A6-A581-6E2CB815C5AC}" type="presOf" srcId="{9CA2EB3A-751B-49CF-82A2-77A216CBAF2C}" destId="{4CC4184B-D620-4CA9-866D-A62669221A11}" srcOrd="0" destOrd="0" presId="urn:microsoft.com/office/officeart/2005/8/layout/vList2"/>
    <dgm:cxn modelId="{EFD8F867-47C4-411E-9EC6-F87E13D9103A}" type="presOf" srcId="{C190C42D-1F9E-4C7C-90AE-B29254AB933F}" destId="{90874147-3077-45AF-B4C3-15600F2D8293}" srcOrd="0" destOrd="0" presId="urn:microsoft.com/office/officeart/2005/8/layout/vList2"/>
    <dgm:cxn modelId="{0BD5DA4E-08DD-451D-B203-D4875B572FE5}" type="presOf" srcId="{49A9EB57-8F7F-4399-8B53-4BB993881ED3}" destId="{D94BA828-C476-473C-A125-1871E6236B0E}" srcOrd="0" destOrd="0" presId="urn:microsoft.com/office/officeart/2005/8/layout/vList2"/>
    <dgm:cxn modelId="{08854289-88F0-42C9-89DC-8A79BD37DEE9}" srcId="{49A9EB57-8F7F-4399-8B53-4BB993881ED3}" destId="{48C485FF-D0A7-42DC-90F3-65997A8E1BE1}" srcOrd="3" destOrd="0" parTransId="{A59FA40C-3FFC-479E-B0D7-7EB44920D90B}" sibTransId="{B1091D53-E981-4960-ADB8-65F640750ED2}"/>
    <dgm:cxn modelId="{55BD40A5-4834-41E8-954D-BDA8D2B7171F}" srcId="{49A9EB57-8F7F-4399-8B53-4BB993881ED3}" destId="{FE4B48F2-BDBD-440C-85DD-0E6CD0D6A9A3}" srcOrd="1" destOrd="0" parTransId="{672D3194-9610-409D-AB42-BF99466A6EB9}" sibTransId="{A9A5CE98-EA64-4904-8A3A-622F23BAEDC2}"/>
    <dgm:cxn modelId="{BB1973A7-4D82-4B10-A057-40D62301ABD9}" type="presOf" srcId="{48C485FF-D0A7-42DC-90F3-65997A8E1BE1}" destId="{7404BCBE-5837-40B3-9E33-949FA69588A6}" srcOrd="0" destOrd="0" presId="urn:microsoft.com/office/officeart/2005/8/layout/vList2"/>
    <dgm:cxn modelId="{369F72BA-BF49-400F-A344-6AAD9FD0C416}" srcId="{49A9EB57-8F7F-4399-8B53-4BB993881ED3}" destId="{C190C42D-1F9E-4C7C-90AE-B29254AB933F}" srcOrd="0" destOrd="0" parTransId="{E1266788-CD3E-47A2-B83E-5EC3226C3D5D}" sibTransId="{B04FCD5A-CC8C-4F85-BF1C-65E77EA4767B}"/>
    <dgm:cxn modelId="{376CC9C2-58D5-4565-8C11-7BE2B9E32410}" srcId="{49A9EB57-8F7F-4399-8B53-4BB993881ED3}" destId="{9CA2EB3A-751B-49CF-82A2-77A216CBAF2C}" srcOrd="4" destOrd="0" parTransId="{7A5EC688-32B4-4D3D-B105-C790F3928A75}" sibTransId="{A7DF9FF3-DB55-41CC-91CD-DEB311D7E0C6}"/>
    <dgm:cxn modelId="{009F7FCC-44D0-43A1-8513-FB2F059C5DE6}" type="presOf" srcId="{FE4B48F2-BDBD-440C-85DD-0E6CD0D6A9A3}" destId="{3667F77E-9399-45C8-983F-F200D11A6E05}" srcOrd="0" destOrd="0" presId="urn:microsoft.com/office/officeart/2005/8/layout/vList2"/>
    <dgm:cxn modelId="{E5AF7D38-92ED-4B55-B502-5A2792C60552}" type="presParOf" srcId="{D94BA828-C476-473C-A125-1871E6236B0E}" destId="{90874147-3077-45AF-B4C3-15600F2D8293}" srcOrd="0" destOrd="0" presId="urn:microsoft.com/office/officeart/2005/8/layout/vList2"/>
    <dgm:cxn modelId="{640D8A25-45F1-4606-B775-AA1DD274210E}" type="presParOf" srcId="{D94BA828-C476-473C-A125-1871E6236B0E}" destId="{519C67AF-592A-4D6C-9C84-979E0C91392E}" srcOrd="1" destOrd="0" presId="urn:microsoft.com/office/officeart/2005/8/layout/vList2"/>
    <dgm:cxn modelId="{E3213174-8F17-448D-BAB5-37318EF58FCA}" type="presParOf" srcId="{D94BA828-C476-473C-A125-1871E6236B0E}" destId="{3667F77E-9399-45C8-983F-F200D11A6E05}" srcOrd="2" destOrd="0" presId="urn:microsoft.com/office/officeart/2005/8/layout/vList2"/>
    <dgm:cxn modelId="{979993F7-BFF6-4B1D-B769-B8C4D1EAB9AE}" type="presParOf" srcId="{D94BA828-C476-473C-A125-1871E6236B0E}" destId="{A000EA12-0B2E-46B7-8104-E56677BABF88}" srcOrd="3" destOrd="0" presId="urn:microsoft.com/office/officeart/2005/8/layout/vList2"/>
    <dgm:cxn modelId="{05CF6E94-5C59-450D-BF54-11312DC00F6F}" type="presParOf" srcId="{D94BA828-C476-473C-A125-1871E6236B0E}" destId="{37E46163-10FA-4D22-854C-7B8056754E3E}" srcOrd="4" destOrd="0" presId="urn:microsoft.com/office/officeart/2005/8/layout/vList2"/>
    <dgm:cxn modelId="{C2A23B34-0F03-4685-A621-09297F44C92E}" type="presParOf" srcId="{D94BA828-C476-473C-A125-1871E6236B0E}" destId="{A57E4164-AFB8-4542-8957-858B5151D50D}" srcOrd="5" destOrd="0" presId="urn:microsoft.com/office/officeart/2005/8/layout/vList2"/>
    <dgm:cxn modelId="{C6B41B47-3BAE-45A3-A90B-59C8CD53FA26}" type="presParOf" srcId="{D94BA828-C476-473C-A125-1871E6236B0E}" destId="{7404BCBE-5837-40B3-9E33-949FA69588A6}" srcOrd="6" destOrd="0" presId="urn:microsoft.com/office/officeart/2005/8/layout/vList2"/>
    <dgm:cxn modelId="{5DBCAB4F-9049-4BED-B34F-1EA66B135E39}" type="presParOf" srcId="{D94BA828-C476-473C-A125-1871E6236B0E}" destId="{D773AEF3-3E27-4C15-A917-0DB258D4639C}" srcOrd="7" destOrd="0" presId="urn:microsoft.com/office/officeart/2005/8/layout/vList2"/>
    <dgm:cxn modelId="{336BB4C8-9CEC-49AB-978B-FF1BD465D073}" type="presParOf" srcId="{D94BA828-C476-473C-A125-1871E6236B0E}" destId="{4CC4184B-D620-4CA9-866D-A62669221A1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5B9866-4A37-4697-B294-A8EE097495B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838819F-D8FB-4AB2-B8C5-6066B8F3CB6D}">
      <dgm:prSet/>
      <dgm:spPr/>
      <dgm:t>
        <a:bodyPr/>
        <a:lstStyle/>
        <a:p>
          <a:r>
            <a:rPr lang="en-US"/>
            <a:t>• Compact bone – Dense outer layer.</a:t>
          </a:r>
        </a:p>
      </dgm:t>
    </dgm:pt>
    <dgm:pt modelId="{11854E91-6206-4B41-8788-D98EA6ED0679}" type="parTrans" cxnId="{0317E423-308C-4AFE-BD97-8AEEDF22699F}">
      <dgm:prSet/>
      <dgm:spPr/>
      <dgm:t>
        <a:bodyPr/>
        <a:lstStyle/>
        <a:p>
          <a:endParaRPr lang="en-US"/>
        </a:p>
      </dgm:t>
    </dgm:pt>
    <dgm:pt modelId="{764EE39B-B3EF-4115-85AC-742FFD7160E9}" type="sibTrans" cxnId="{0317E423-308C-4AFE-BD97-8AEEDF22699F}">
      <dgm:prSet/>
      <dgm:spPr/>
      <dgm:t>
        <a:bodyPr/>
        <a:lstStyle/>
        <a:p>
          <a:endParaRPr lang="en-US"/>
        </a:p>
      </dgm:t>
    </dgm:pt>
    <dgm:pt modelId="{7811F347-7A45-4564-92B2-A352900B5505}">
      <dgm:prSet/>
      <dgm:spPr/>
      <dgm:t>
        <a:bodyPr/>
        <a:lstStyle/>
        <a:p>
          <a:r>
            <a:rPr lang="en-US"/>
            <a:t>• Spongy bone – Contains red marrow.</a:t>
          </a:r>
        </a:p>
      </dgm:t>
    </dgm:pt>
    <dgm:pt modelId="{7417CB1D-3A27-4A99-A805-1F8415859479}" type="parTrans" cxnId="{0569C95B-35D7-4707-B722-AF91EB72A450}">
      <dgm:prSet/>
      <dgm:spPr/>
      <dgm:t>
        <a:bodyPr/>
        <a:lstStyle/>
        <a:p>
          <a:endParaRPr lang="en-US"/>
        </a:p>
      </dgm:t>
    </dgm:pt>
    <dgm:pt modelId="{30CFB08E-0D33-40E9-B6E1-8B56B4EB19DC}" type="sibTrans" cxnId="{0569C95B-35D7-4707-B722-AF91EB72A450}">
      <dgm:prSet/>
      <dgm:spPr/>
      <dgm:t>
        <a:bodyPr/>
        <a:lstStyle/>
        <a:p>
          <a:endParaRPr lang="en-US"/>
        </a:p>
      </dgm:t>
    </dgm:pt>
    <dgm:pt modelId="{B4D9E249-0891-49A0-B491-04C8EAF90ECC}">
      <dgm:prSet/>
      <dgm:spPr/>
      <dgm:t>
        <a:bodyPr/>
        <a:lstStyle/>
        <a:p>
          <a:r>
            <a:rPr lang="en-US"/>
            <a:t>• Periosteum – Outer covering rich in nerves &amp; blood vessels.</a:t>
          </a:r>
        </a:p>
      </dgm:t>
    </dgm:pt>
    <dgm:pt modelId="{5EC81982-7636-4732-8B97-9D03D2A032F3}" type="parTrans" cxnId="{21679348-B481-4C93-A3D1-394A14E1E2C2}">
      <dgm:prSet/>
      <dgm:spPr/>
      <dgm:t>
        <a:bodyPr/>
        <a:lstStyle/>
        <a:p>
          <a:endParaRPr lang="en-US"/>
        </a:p>
      </dgm:t>
    </dgm:pt>
    <dgm:pt modelId="{9476E562-C8F2-49AE-BE6E-4F95C5430EF2}" type="sibTrans" cxnId="{21679348-B481-4C93-A3D1-394A14E1E2C2}">
      <dgm:prSet/>
      <dgm:spPr/>
      <dgm:t>
        <a:bodyPr/>
        <a:lstStyle/>
        <a:p>
          <a:endParaRPr lang="en-US"/>
        </a:p>
      </dgm:t>
    </dgm:pt>
    <dgm:pt modelId="{EFF61626-9A8F-4F2D-9E09-8A54FAE5E470}" type="pres">
      <dgm:prSet presAssocID="{6F5B9866-4A37-4697-B294-A8EE097495BF}" presName="linear" presStyleCnt="0">
        <dgm:presLayoutVars>
          <dgm:animLvl val="lvl"/>
          <dgm:resizeHandles val="exact"/>
        </dgm:presLayoutVars>
      </dgm:prSet>
      <dgm:spPr/>
    </dgm:pt>
    <dgm:pt modelId="{7F125B1F-AFE0-436E-B70E-F12F54B246F2}" type="pres">
      <dgm:prSet presAssocID="{A838819F-D8FB-4AB2-B8C5-6066B8F3CB6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5F90C44-D96B-4830-BEFB-604677F4DFD5}" type="pres">
      <dgm:prSet presAssocID="{764EE39B-B3EF-4115-85AC-742FFD7160E9}" presName="spacer" presStyleCnt="0"/>
      <dgm:spPr/>
    </dgm:pt>
    <dgm:pt modelId="{B97AF05B-CFC0-4FEE-B287-30B2126C0DD9}" type="pres">
      <dgm:prSet presAssocID="{7811F347-7A45-4564-92B2-A352900B550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FA28086-34AA-4A0B-B5BD-38DD22869759}" type="pres">
      <dgm:prSet presAssocID="{30CFB08E-0D33-40E9-B6E1-8B56B4EB19DC}" presName="spacer" presStyleCnt="0"/>
      <dgm:spPr/>
    </dgm:pt>
    <dgm:pt modelId="{8219BB36-1FEC-4D4C-B0A8-0F0C6D51DE9B}" type="pres">
      <dgm:prSet presAssocID="{B4D9E249-0891-49A0-B491-04C8EAF90EC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6A06D19-5DD8-434A-B9C3-A0E075319CBC}" type="presOf" srcId="{A838819F-D8FB-4AB2-B8C5-6066B8F3CB6D}" destId="{7F125B1F-AFE0-436E-B70E-F12F54B246F2}" srcOrd="0" destOrd="0" presId="urn:microsoft.com/office/officeart/2005/8/layout/vList2"/>
    <dgm:cxn modelId="{0317E423-308C-4AFE-BD97-8AEEDF22699F}" srcId="{6F5B9866-4A37-4697-B294-A8EE097495BF}" destId="{A838819F-D8FB-4AB2-B8C5-6066B8F3CB6D}" srcOrd="0" destOrd="0" parTransId="{11854E91-6206-4B41-8788-D98EA6ED0679}" sibTransId="{764EE39B-B3EF-4115-85AC-742FFD7160E9}"/>
    <dgm:cxn modelId="{E060A42A-A382-4A71-AF49-AE0ED33F19C3}" type="presOf" srcId="{6F5B9866-4A37-4697-B294-A8EE097495BF}" destId="{EFF61626-9A8F-4F2D-9E09-8A54FAE5E470}" srcOrd="0" destOrd="0" presId="urn:microsoft.com/office/officeart/2005/8/layout/vList2"/>
    <dgm:cxn modelId="{0569C95B-35D7-4707-B722-AF91EB72A450}" srcId="{6F5B9866-4A37-4697-B294-A8EE097495BF}" destId="{7811F347-7A45-4564-92B2-A352900B5505}" srcOrd="1" destOrd="0" parTransId="{7417CB1D-3A27-4A99-A805-1F8415859479}" sibTransId="{30CFB08E-0D33-40E9-B6E1-8B56B4EB19DC}"/>
    <dgm:cxn modelId="{B777A95E-E433-4ECD-B558-8B4A8A7C045D}" type="presOf" srcId="{B4D9E249-0891-49A0-B491-04C8EAF90ECC}" destId="{8219BB36-1FEC-4D4C-B0A8-0F0C6D51DE9B}" srcOrd="0" destOrd="0" presId="urn:microsoft.com/office/officeart/2005/8/layout/vList2"/>
    <dgm:cxn modelId="{21679348-B481-4C93-A3D1-394A14E1E2C2}" srcId="{6F5B9866-4A37-4697-B294-A8EE097495BF}" destId="{B4D9E249-0891-49A0-B491-04C8EAF90ECC}" srcOrd="2" destOrd="0" parTransId="{5EC81982-7636-4732-8B97-9D03D2A032F3}" sibTransId="{9476E562-C8F2-49AE-BE6E-4F95C5430EF2}"/>
    <dgm:cxn modelId="{9A5020FE-EB1E-47BA-85AE-ED3F82F026EF}" type="presOf" srcId="{7811F347-7A45-4564-92B2-A352900B5505}" destId="{B97AF05B-CFC0-4FEE-B287-30B2126C0DD9}" srcOrd="0" destOrd="0" presId="urn:microsoft.com/office/officeart/2005/8/layout/vList2"/>
    <dgm:cxn modelId="{E2C5E729-5896-4C4E-9A49-96EBC1B972A0}" type="presParOf" srcId="{EFF61626-9A8F-4F2D-9E09-8A54FAE5E470}" destId="{7F125B1F-AFE0-436E-B70E-F12F54B246F2}" srcOrd="0" destOrd="0" presId="urn:microsoft.com/office/officeart/2005/8/layout/vList2"/>
    <dgm:cxn modelId="{09497B92-C9AA-4834-B266-337E30F5097A}" type="presParOf" srcId="{EFF61626-9A8F-4F2D-9E09-8A54FAE5E470}" destId="{75F90C44-D96B-4830-BEFB-604677F4DFD5}" srcOrd="1" destOrd="0" presId="urn:microsoft.com/office/officeart/2005/8/layout/vList2"/>
    <dgm:cxn modelId="{D30D2211-C035-4486-8417-3829A5799792}" type="presParOf" srcId="{EFF61626-9A8F-4F2D-9E09-8A54FAE5E470}" destId="{B97AF05B-CFC0-4FEE-B287-30B2126C0DD9}" srcOrd="2" destOrd="0" presId="urn:microsoft.com/office/officeart/2005/8/layout/vList2"/>
    <dgm:cxn modelId="{3254F627-8103-4A8E-AB8F-A5697EBC1822}" type="presParOf" srcId="{EFF61626-9A8F-4F2D-9E09-8A54FAE5E470}" destId="{9FA28086-34AA-4A0B-B5BD-38DD22869759}" srcOrd="3" destOrd="0" presId="urn:microsoft.com/office/officeart/2005/8/layout/vList2"/>
    <dgm:cxn modelId="{4A6A9D79-AF0A-4545-8266-B544E2FFA03C}" type="presParOf" srcId="{EFF61626-9A8F-4F2D-9E09-8A54FAE5E470}" destId="{8219BB36-1FEC-4D4C-B0A8-0F0C6D51DE9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E2C388-6347-4FFB-B8F4-2C1B1571192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8101C5-FEC4-4D24-A062-6B5811F6974D}">
      <dgm:prSet/>
      <dgm:spPr/>
      <dgm:t>
        <a:bodyPr/>
        <a:lstStyle/>
        <a:p>
          <a:r>
            <a:rPr lang="en-US"/>
            <a:t>• Skeletal – Voluntary, attached to bones.</a:t>
          </a:r>
        </a:p>
      </dgm:t>
    </dgm:pt>
    <dgm:pt modelId="{E308AF21-798B-4EC0-850F-A43CBA6D9E09}" type="parTrans" cxnId="{CC81D7F6-5E1D-4D2F-AE41-B499F48F64D6}">
      <dgm:prSet/>
      <dgm:spPr/>
      <dgm:t>
        <a:bodyPr/>
        <a:lstStyle/>
        <a:p>
          <a:endParaRPr lang="en-US"/>
        </a:p>
      </dgm:t>
    </dgm:pt>
    <dgm:pt modelId="{FF969DBA-B5DB-45F9-BDA7-4AAFC9991F78}" type="sibTrans" cxnId="{CC81D7F6-5E1D-4D2F-AE41-B499F48F64D6}">
      <dgm:prSet/>
      <dgm:spPr/>
      <dgm:t>
        <a:bodyPr/>
        <a:lstStyle/>
        <a:p>
          <a:endParaRPr lang="en-US"/>
        </a:p>
      </dgm:t>
    </dgm:pt>
    <dgm:pt modelId="{AA0CAF39-2465-47A1-A9A2-F9847A986CA9}">
      <dgm:prSet/>
      <dgm:spPr/>
      <dgm:t>
        <a:bodyPr/>
        <a:lstStyle/>
        <a:p>
          <a:r>
            <a:rPr lang="en-US"/>
            <a:t>• Smooth – Involuntary, found in internal organs.</a:t>
          </a:r>
        </a:p>
      </dgm:t>
    </dgm:pt>
    <dgm:pt modelId="{0844A4A8-085D-475C-BA33-D1A2C55835CD}" type="parTrans" cxnId="{062FCD58-1823-46B0-A5D7-895A6ECEC830}">
      <dgm:prSet/>
      <dgm:spPr/>
      <dgm:t>
        <a:bodyPr/>
        <a:lstStyle/>
        <a:p>
          <a:endParaRPr lang="en-US"/>
        </a:p>
      </dgm:t>
    </dgm:pt>
    <dgm:pt modelId="{93DB0435-AE4A-41AC-91A3-B5122E4CD994}" type="sibTrans" cxnId="{062FCD58-1823-46B0-A5D7-895A6ECEC830}">
      <dgm:prSet/>
      <dgm:spPr/>
      <dgm:t>
        <a:bodyPr/>
        <a:lstStyle/>
        <a:p>
          <a:endParaRPr lang="en-US"/>
        </a:p>
      </dgm:t>
    </dgm:pt>
    <dgm:pt modelId="{92CB6D0B-BC59-48B9-8E6C-A49F8DDBEE8D}">
      <dgm:prSet/>
      <dgm:spPr/>
      <dgm:t>
        <a:bodyPr/>
        <a:lstStyle/>
        <a:p>
          <a:r>
            <a:rPr lang="en-US"/>
            <a:t>• Cardiac – Involuntary, found in the heart.</a:t>
          </a:r>
        </a:p>
      </dgm:t>
    </dgm:pt>
    <dgm:pt modelId="{38ADA90D-AFA0-4258-A4CD-EAA93748E49E}" type="parTrans" cxnId="{65C7CDBC-863B-4AEA-8DD0-9D2112363E5B}">
      <dgm:prSet/>
      <dgm:spPr/>
      <dgm:t>
        <a:bodyPr/>
        <a:lstStyle/>
        <a:p>
          <a:endParaRPr lang="en-US"/>
        </a:p>
      </dgm:t>
    </dgm:pt>
    <dgm:pt modelId="{14898EFB-8CDB-4F84-92CA-256826CF2A07}" type="sibTrans" cxnId="{65C7CDBC-863B-4AEA-8DD0-9D2112363E5B}">
      <dgm:prSet/>
      <dgm:spPr/>
      <dgm:t>
        <a:bodyPr/>
        <a:lstStyle/>
        <a:p>
          <a:endParaRPr lang="en-US"/>
        </a:p>
      </dgm:t>
    </dgm:pt>
    <dgm:pt modelId="{BB61CFEB-6397-46C9-B030-06BEB33913FC}" type="pres">
      <dgm:prSet presAssocID="{FFE2C388-6347-4FFB-B8F4-2C1B15711925}" presName="linear" presStyleCnt="0">
        <dgm:presLayoutVars>
          <dgm:animLvl val="lvl"/>
          <dgm:resizeHandles val="exact"/>
        </dgm:presLayoutVars>
      </dgm:prSet>
      <dgm:spPr/>
    </dgm:pt>
    <dgm:pt modelId="{70B1DDAB-7EDA-4D20-A6EA-49CF39149C87}" type="pres">
      <dgm:prSet presAssocID="{818101C5-FEC4-4D24-A062-6B5811F6974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4D47DEC-99ED-4738-B4F7-BBA56CD21D78}" type="pres">
      <dgm:prSet presAssocID="{FF969DBA-B5DB-45F9-BDA7-4AAFC9991F78}" presName="spacer" presStyleCnt="0"/>
      <dgm:spPr/>
    </dgm:pt>
    <dgm:pt modelId="{E31DADB3-6433-4810-8BAB-ABF69801524B}" type="pres">
      <dgm:prSet presAssocID="{AA0CAF39-2465-47A1-A9A2-F9847A986CA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395579B-20F1-4834-B56F-4480C313207F}" type="pres">
      <dgm:prSet presAssocID="{93DB0435-AE4A-41AC-91A3-B5122E4CD994}" presName="spacer" presStyleCnt="0"/>
      <dgm:spPr/>
    </dgm:pt>
    <dgm:pt modelId="{B0649CB5-96E1-408C-BF78-9ADB721FEB03}" type="pres">
      <dgm:prSet presAssocID="{92CB6D0B-BC59-48B9-8E6C-A49F8DDBEE8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9339461-3FB4-4CF0-AFEC-062080F8E199}" type="presOf" srcId="{AA0CAF39-2465-47A1-A9A2-F9847A986CA9}" destId="{E31DADB3-6433-4810-8BAB-ABF69801524B}" srcOrd="0" destOrd="0" presId="urn:microsoft.com/office/officeart/2005/8/layout/vList2"/>
    <dgm:cxn modelId="{062FCD58-1823-46B0-A5D7-895A6ECEC830}" srcId="{FFE2C388-6347-4FFB-B8F4-2C1B15711925}" destId="{AA0CAF39-2465-47A1-A9A2-F9847A986CA9}" srcOrd="1" destOrd="0" parTransId="{0844A4A8-085D-475C-BA33-D1A2C55835CD}" sibTransId="{93DB0435-AE4A-41AC-91A3-B5122E4CD994}"/>
    <dgm:cxn modelId="{5EB399A0-2046-44A8-AAE3-E10FBFC092C2}" type="presOf" srcId="{818101C5-FEC4-4D24-A062-6B5811F6974D}" destId="{70B1DDAB-7EDA-4D20-A6EA-49CF39149C87}" srcOrd="0" destOrd="0" presId="urn:microsoft.com/office/officeart/2005/8/layout/vList2"/>
    <dgm:cxn modelId="{DB2123BB-063C-49C1-B4B2-4F1D04E68A21}" type="presOf" srcId="{FFE2C388-6347-4FFB-B8F4-2C1B15711925}" destId="{BB61CFEB-6397-46C9-B030-06BEB33913FC}" srcOrd="0" destOrd="0" presId="urn:microsoft.com/office/officeart/2005/8/layout/vList2"/>
    <dgm:cxn modelId="{65C7CDBC-863B-4AEA-8DD0-9D2112363E5B}" srcId="{FFE2C388-6347-4FFB-B8F4-2C1B15711925}" destId="{92CB6D0B-BC59-48B9-8E6C-A49F8DDBEE8D}" srcOrd="2" destOrd="0" parTransId="{38ADA90D-AFA0-4258-A4CD-EAA93748E49E}" sibTransId="{14898EFB-8CDB-4F84-92CA-256826CF2A07}"/>
    <dgm:cxn modelId="{15EA48D0-A7D4-4CEB-97E9-D4EF2FDC3E7D}" type="presOf" srcId="{92CB6D0B-BC59-48B9-8E6C-A49F8DDBEE8D}" destId="{B0649CB5-96E1-408C-BF78-9ADB721FEB03}" srcOrd="0" destOrd="0" presId="urn:microsoft.com/office/officeart/2005/8/layout/vList2"/>
    <dgm:cxn modelId="{CC81D7F6-5E1D-4D2F-AE41-B499F48F64D6}" srcId="{FFE2C388-6347-4FFB-B8F4-2C1B15711925}" destId="{818101C5-FEC4-4D24-A062-6B5811F6974D}" srcOrd="0" destOrd="0" parTransId="{E308AF21-798B-4EC0-850F-A43CBA6D9E09}" sibTransId="{FF969DBA-B5DB-45F9-BDA7-4AAFC9991F78}"/>
    <dgm:cxn modelId="{A33CF794-4BC3-48FB-922B-A13D7B4C6854}" type="presParOf" srcId="{BB61CFEB-6397-46C9-B030-06BEB33913FC}" destId="{70B1DDAB-7EDA-4D20-A6EA-49CF39149C87}" srcOrd="0" destOrd="0" presId="urn:microsoft.com/office/officeart/2005/8/layout/vList2"/>
    <dgm:cxn modelId="{7D1CCB8C-C64E-4B45-8D8D-DA0B45AF0670}" type="presParOf" srcId="{BB61CFEB-6397-46C9-B030-06BEB33913FC}" destId="{64D47DEC-99ED-4738-B4F7-BBA56CD21D78}" srcOrd="1" destOrd="0" presId="urn:microsoft.com/office/officeart/2005/8/layout/vList2"/>
    <dgm:cxn modelId="{8FFE29A3-BA4D-40B9-B385-AA92BBB5542D}" type="presParOf" srcId="{BB61CFEB-6397-46C9-B030-06BEB33913FC}" destId="{E31DADB3-6433-4810-8BAB-ABF69801524B}" srcOrd="2" destOrd="0" presId="urn:microsoft.com/office/officeart/2005/8/layout/vList2"/>
    <dgm:cxn modelId="{A7C0C795-9DE1-406F-98C2-6DFDB7387085}" type="presParOf" srcId="{BB61CFEB-6397-46C9-B030-06BEB33913FC}" destId="{B395579B-20F1-4834-B56F-4480C313207F}" srcOrd="3" destOrd="0" presId="urn:microsoft.com/office/officeart/2005/8/layout/vList2"/>
    <dgm:cxn modelId="{1FCCD746-18C4-4FE7-87FA-839B44942397}" type="presParOf" srcId="{BB61CFEB-6397-46C9-B030-06BEB33913FC}" destId="{B0649CB5-96E1-408C-BF78-9ADB721FEB0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75083E-D382-4164-B450-2A6C8E02903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2D54AD7-BF5E-480B-8F19-D3E634E00750}">
      <dgm:prSet/>
      <dgm:spPr/>
      <dgm:t>
        <a:bodyPr/>
        <a:lstStyle/>
        <a:p>
          <a:r>
            <a:rPr lang="en-US"/>
            <a:t>• Fibrous joints – Immovable (e.g., skull).</a:t>
          </a:r>
        </a:p>
      </dgm:t>
    </dgm:pt>
    <dgm:pt modelId="{7812EBE0-ED36-45E1-AF87-DB55188A6ED9}" type="parTrans" cxnId="{2781AC45-D8A8-437F-9A65-5DD157EF97F8}">
      <dgm:prSet/>
      <dgm:spPr/>
      <dgm:t>
        <a:bodyPr/>
        <a:lstStyle/>
        <a:p>
          <a:endParaRPr lang="en-US"/>
        </a:p>
      </dgm:t>
    </dgm:pt>
    <dgm:pt modelId="{2F2648E0-4262-4626-A113-43C11A84362A}" type="sibTrans" cxnId="{2781AC45-D8A8-437F-9A65-5DD157EF97F8}">
      <dgm:prSet/>
      <dgm:spPr/>
      <dgm:t>
        <a:bodyPr/>
        <a:lstStyle/>
        <a:p>
          <a:endParaRPr lang="en-US"/>
        </a:p>
      </dgm:t>
    </dgm:pt>
    <dgm:pt modelId="{800BF213-EF0F-45EA-97B4-75DF3E2EA355}">
      <dgm:prSet/>
      <dgm:spPr/>
      <dgm:t>
        <a:bodyPr/>
        <a:lstStyle/>
        <a:p>
          <a:r>
            <a:rPr lang="en-US"/>
            <a:t>• Cartilaginous joints – Slightly movable (e.g., spine).</a:t>
          </a:r>
        </a:p>
      </dgm:t>
    </dgm:pt>
    <dgm:pt modelId="{17F9C191-F15C-4A71-B76B-DF08924651A9}" type="parTrans" cxnId="{230447EA-EC8B-4DEB-8505-80581AEBAFF2}">
      <dgm:prSet/>
      <dgm:spPr/>
      <dgm:t>
        <a:bodyPr/>
        <a:lstStyle/>
        <a:p>
          <a:endParaRPr lang="en-US"/>
        </a:p>
      </dgm:t>
    </dgm:pt>
    <dgm:pt modelId="{B9382D9F-3AD8-4F52-AEAD-F76F8CF2BB5D}" type="sibTrans" cxnId="{230447EA-EC8B-4DEB-8505-80581AEBAFF2}">
      <dgm:prSet/>
      <dgm:spPr/>
      <dgm:t>
        <a:bodyPr/>
        <a:lstStyle/>
        <a:p>
          <a:endParaRPr lang="en-US"/>
        </a:p>
      </dgm:t>
    </dgm:pt>
    <dgm:pt modelId="{3A4CB23B-D689-4BA8-BDF9-0F85F95F6E57}">
      <dgm:prSet/>
      <dgm:spPr/>
      <dgm:t>
        <a:bodyPr/>
        <a:lstStyle/>
        <a:p>
          <a:r>
            <a:rPr lang="en-US"/>
            <a:t>• Synovial joints – Freely movable (e.g., knee, shoulder).</a:t>
          </a:r>
        </a:p>
      </dgm:t>
    </dgm:pt>
    <dgm:pt modelId="{2544FEFC-854D-4221-A223-673623C84A03}" type="parTrans" cxnId="{3066839B-FC9E-4760-85F1-0BBB462565F2}">
      <dgm:prSet/>
      <dgm:spPr/>
      <dgm:t>
        <a:bodyPr/>
        <a:lstStyle/>
        <a:p>
          <a:endParaRPr lang="en-US"/>
        </a:p>
      </dgm:t>
    </dgm:pt>
    <dgm:pt modelId="{806443BD-43D4-4BC0-B41E-AAB09B8DEF41}" type="sibTrans" cxnId="{3066839B-FC9E-4760-85F1-0BBB462565F2}">
      <dgm:prSet/>
      <dgm:spPr/>
      <dgm:t>
        <a:bodyPr/>
        <a:lstStyle/>
        <a:p>
          <a:endParaRPr lang="en-US"/>
        </a:p>
      </dgm:t>
    </dgm:pt>
    <dgm:pt modelId="{B3DF67BA-D06A-4EE9-8520-0A9505988857}" type="pres">
      <dgm:prSet presAssocID="{0875083E-D382-4164-B450-2A6C8E029032}" presName="linear" presStyleCnt="0">
        <dgm:presLayoutVars>
          <dgm:animLvl val="lvl"/>
          <dgm:resizeHandles val="exact"/>
        </dgm:presLayoutVars>
      </dgm:prSet>
      <dgm:spPr/>
    </dgm:pt>
    <dgm:pt modelId="{3E3AD229-C7B3-4043-960D-7D3D2C9C2492}" type="pres">
      <dgm:prSet presAssocID="{92D54AD7-BF5E-480B-8F19-D3E634E0075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ABEEEB6-90D6-468D-A9FC-B2B861AB66EE}" type="pres">
      <dgm:prSet presAssocID="{2F2648E0-4262-4626-A113-43C11A84362A}" presName="spacer" presStyleCnt="0"/>
      <dgm:spPr/>
    </dgm:pt>
    <dgm:pt modelId="{C7D009D2-093E-4386-9E10-88AEA62390F1}" type="pres">
      <dgm:prSet presAssocID="{800BF213-EF0F-45EA-97B4-75DF3E2EA35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73FBEBA-60A7-48EA-8F7D-6A0268EB765D}" type="pres">
      <dgm:prSet presAssocID="{B9382D9F-3AD8-4F52-AEAD-F76F8CF2BB5D}" presName="spacer" presStyleCnt="0"/>
      <dgm:spPr/>
    </dgm:pt>
    <dgm:pt modelId="{B9536F75-B6EC-4D47-BAB5-E9E456000C3B}" type="pres">
      <dgm:prSet presAssocID="{3A4CB23B-D689-4BA8-BDF9-0F85F95F6E5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40F855B-C2F1-416A-980C-9E756C98835F}" type="presOf" srcId="{3A4CB23B-D689-4BA8-BDF9-0F85F95F6E57}" destId="{B9536F75-B6EC-4D47-BAB5-E9E456000C3B}" srcOrd="0" destOrd="0" presId="urn:microsoft.com/office/officeart/2005/8/layout/vList2"/>
    <dgm:cxn modelId="{2781AC45-D8A8-437F-9A65-5DD157EF97F8}" srcId="{0875083E-D382-4164-B450-2A6C8E029032}" destId="{92D54AD7-BF5E-480B-8F19-D3E634E00750}" srcOrd="0" destOrd="0" parTransId="{7812EBE0-ED36-45E1-AF87-DB55188A6ED9}" sibTransId="{2F2648E0-4262-4626-A113-43C11A84362A}"/>
    <dgm:cxn modelId="{70395C69-C20A-4F13-A299-E34ED00D331D}" type="presOf" srcId="{800BF213-EF0F-45EA-97B4-75DF3E2EA355}" destId="{C7D009D2-093E-4386-9E10-88AEA62390F1}" srcOrd="0" destOrd="0" presId="urn:microsoft.com/office/officeart/2005/8/layout/vList2"/>
    <dgm:cxn modelId="{3066839B-FC9E-4760-85F1-0BBB462565F2}" srcId="{0875083E-D382-4164-B450-2A6C8E029032}" destId="{3A4CB23B-D689-4BA8-BDF9-0F85F95F6E57}" srcOrd="2" destOrd="0" parTransId="{2544FEFC-854D-4221-A223-673623C84A03}" sibTransId="{806443BD-43D4-4BC0-B41E-AAB09B8DEF41}"/>
    <dgm:cxn modelId="{230447EA-EC8B-4DEB-8505-80581AEBAFF2}" srcId="{0875083E-D382-4164-B450-2A6C8E029032}" destId="{800BF213-EF0F-45EA-97B4-75DF3E2EA355}" srcOrd="1" destOrd="0" parTransId="{17F9C191-F15C-4A71-B76B-DF08924651A9}" sibTransId="{B9382D9F-3AD8-4F52-AEAD-F76F8CF2BB5D}"/>
    <dgm:cxn modelId="{26B276F2-BE44-4C80-9A3C-A74D93939373}" type="presOf" srcId="{92D54AD7-BF5E-480B-8F19-D3E634E00750}" destId="{3E3AD229-C7B3-4043-960D-7D3D2C9C2492}" srcOrd="0" destOrd="0" presId="urn:microsoft.com/office/officeart/2005/8/layout/vList2"/>
    <dgm:cxn modelId="{D71EAFF6-2E4B-45FD-B8D4-96176CCD302F}" type="presOf" srcId="{0875083E-D382-4164-B450-2A6C8E029032}" destId="{B3DF67BA-D06A-4EE9-8520-0A9505988857}" srcOrd="0" destOrd="0" presId="urn:microsoft.com/office/officeart/2005/8/layout/vList2"/>
    <dgm:cxn modelId="{FE210D31-FE9D-499C-A2D1-65FC22BBCE87}" type="presParOf" srcId="{B3DF67BA-D06A-4EE9-8520-0A9505988857}" destId="{3E3AD229-C7B3-4043-960D-7D3D2C9C2492}" srcOrd="0" destOrd="0" presId="urn:microsoft.com/office/officeart/2005/8/layout/vList2"/>
    <dgm:cxn modelId="{7BBB9967-BB0D-4868-9AA5-F36C449D0B81}" type="presParOf" srcId="{B3DF67BA-D06A-4EE9-8520-0A9505988857}" destId="{6ABEEEB6-90D6-468D-A9FC-B2B861AB66EE}" srcOrd="1" destOrd="0" presId="urn:microsoft.com/office/officeart/2005/8/layout/vList2"/>
    <dgm:cxn modelId="{B6AA3765-596F-46F9-8043-2FE74834BACC}" type="presParOf" srcId="{B3DF67BA-D06A-4EE9-8520-0A9505988857}" destId="{C7D009D2-093E-4386-9E10-88AEA62390F1}" srcOrd="2" destOrd="0" presId="urn:microsoft.com/office/officeart/2005/8/layout/vList2"/>
    <dgm:cxn modelId="{6E328333-BE69-411C-8FD9-F2F0DEE0E2A9}" type="presParOf" srcId="{B3DF67BA-D06A-4EE9-8520-0A9505988857}" destId="{F73FBEBA-60A7-48EA-8F7D-6A0268EB765D}" srcOrd="3" destOrd="0" presId="urn:microsoft.com/office/officeart/2005/8/layout/vList2"/>
    <dgm:cxn modelId="{D2CDB5A4-506F-40D4-9976-F2770B055054}" type="presParOf" srcId="{B3DF67BA-D06A-4EE9-8520-0A9505988857}" destId="{B9536F75-B6EC-4D47-BAB5-E9E456000C3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5586B98-F4D5-4CD7-BBC8-D4E0C48405C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92AA7D8-589D-4A93-951B-98926926AA14}">
      <dgm:prSet/>
      <dgm:spPr/>
      <dgm:t>
        <a:bodyPr/>
        <a:lstStyle/>
        <a:p>
          <a:r>
            <a:rPr lang="en-US"/>
            <a:t>• Motor neurons stimulate muscle fibers → contraction.</a:t>
          </a:r>
        </a:p>
      </dgm:t>
    </dgm:pt>
    <dgm:pt modelId="{DAE4EF8E-7BDC-4B1F-9C82-2A74CD8A0B58}" type="parTrans" cxnId="{1546098B-EFBB-4676-A818-3A217BFA050F}">
      <dgm:prSet/>
      <dgm:spPr/>
      <dgm:t>
        <a:bodyPr/>
        <a:lstStyle/>
        <a:p>
          <a:endParaRPr lang="en-US"/>
        </a:p>
      </dgm:t>
    </dgm:pt>
    <dgm:pt modelId="{31924AFF-3BB9-475F-AFFB-6B2907B60AC8}" type="sibTrans" cxnId="{1546098B-EFBB-4676-A818-3A217BFA050F}">
      <dgm:prSet/>
      <dgm:spPr/>
      <dgm:t>
        <a:bodyPr/>
        <a:lstStyle/>
        <a:p>
          <a:endParaRPr lang="en-US"/>
        </a:p>
      </dgm:t>
    </dgm:pt>
    <dgm:pt modelId="{773B8332-761E-4B1C-994E-BBBC1370E4D8}">
      <dgm:prSet/>
      <dgm:spPr/>
      <dgm:t>
        <a:bodyPr/>
        <a:lstStyle/>
        <a:p>
          <a:r>
            <a:rPr lang="en-US"/>
            <a:t>• Proprioceptors provide position sense.</a:t>
          </a:r>
        </a:p>
      </dgm:t>
    </dgm:pt>
    <dgm:pt modelId="{BEB832F0-28B4-416C-ABDE-BA1440B0A620}" type="parTrans" cxnId="{173B0DFA-2011-4195-AA95-A89EE5AA066F}">
      <dgm:prSet/>
      <dgm:spPr/>
      <dgm:t>
        <a:bodyPr/>
        <a:lstStyle/>
        <a:p>
          <a:endParaRPr lang="en-US"/>
        </a:p>
      </dgm:t>
    </dgm:pt>
    <dgm:pt modelId="{051AF3B3-3728-470E-906A-722314E30773}" type="sibTrans" cxnId="{173B0DFA-2011-4195-AA95-A89EE5AA066F}">
      <dgm:prSet/>
      <dgm:spPr/>
      <dgm:t>
        <a:bodyPr/>
        <a:lstStyle/>
        <a:p>
          <a:endParaRPr lang="en-US"/>
        </a:p>
      </dgm:t>
    </dgm:pt>
    <dgm:pt modelId="{8755528E-43B1-4EDD-9ED8-B62A0A7983EB}">
      <dgm:prSet/>
      <dgm:spPr/>
      <dgm:t>
        <a:bodyPr/>
        <a:lstStyle/>
        <a:p>
          <a:r>
            <a:rPr lang="en-US"/>
            <a:t>• CNS integrates signals for smooth movement.</a:t>
          </a:r>
        </a:p>
      </dgm:t>
    </dgm:pt>
    <dgm:pt modelId="{BD1B65AD-F169-411D-97D8-2800F0F7B456}" type="parTrans" cxnId="{F16B62C7-977C-4DD9-BAE5-DE0DAF72A111}">
      <dgm:prSet/>
      <dgm:spPr/>
      <dgm:t>
        <a:bodyPr/>
        <a:lstStyle/>
        <a:p>
          <a:endParaRPr lang="en-US"/>
        </a:p>
      </dgm:t>
    </dgm:pt>
    <dgm:pt modelId="{1D812529-4FC5-44D3-A4E2-B9A10AB6FC53}" type="sibTrans" cxnId="{F16B62C7-977C-4DD9-BAE5-DE0DAF72A111}">
      <dgm:prSet/>
      <dgm:spPr/>
      <dgm:t>
        <a:bodyPr/>
        <a:lstStyle/>
        <a:p>
          <a:endParaRPr lang="en-US"/>
        </a:p>
      </dgm:t>
    </dgm:pt>
    <dgm:pt modelId="{5A9A4E61-2FB2-49A4-9147-3C0DA287E55C}" type="pres">
      <dgm:prSet presAssocID="{D5586B98-F4D5-4CD7-BBC8-D4E0C48405CD}" presName="linear" presStyleCnt="0">
        <dgm:presLayoutVars>
          <dgm:animLvl val="lvl"/>
          <dgm:resizeHandles val="exact"/>
        </dgm:presLayoutVars>
      </dgm:prSet>
      <dgm:spPr/>
    </dgm:pt>
    <dgm:pt modelId="{D2715CCA-B9E4-45EF-9BBD-9D546D78AD42}" type="pres">
      <dgm:prSet presAssocID="{592AA7D8-589D-4A93-951B-98926926AA1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F86EF4D-791B-4220-ABE8-F356A4E9E778}" type="pres">
      <dgm:prSet presAssocID="{31924AFF-3BB9-475F-AFFB-6B2907B60AC8}" presName="spacer" presStyleCnt="0"/>
      <dgm:spPr/>
    </dgm:pt>
    <dgm:pt modelId="{17E88396-09FE-4690-B108-D062BF17D67E}" type="pres">
      <dgm:prSet presAssocID="{773B8332-761E-4B1C-994E-BBBC1370E4D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EA7D4B9-F16F-40D8-BF2B-C86D9F2D5E27}" type="pres">
      <dgm:prSet presAssocID="{051AF3B3-3728-470E-906A-722314E30773}" presName="spacer" presStyleCnt="0"/>
      <dgm:spPr/>
    </dgm:pt>
    <dgm:pt modelId="{186B2471-BABC-43FE-9394-94E96AD08D4D}" type="pres">
      <dgm:prSet presAssocID="{8755528E-43B1-4EDD-9ED8-B62A0A7983E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4432B81-993C-4A9D-AAB8-6EB9ABB4F287}" type="presOf" srcId="{773B8332-761E-4B1C-994E-BBBC1370E4D8}" destId="{17E88396-09FE-4690-B108-D062BF17D67E}" srcOrd="0" destOrd="0" presId="urn:microsoft.com/office/officeart/2005/8/layout/vList2"/>
    <dgm:cxn modelId="{1546098B-EFBB-4676-A818-3A217BFA050F}" srcId="{D5586B98-F4D5-4CD7-BBC8-D4E0C48405CD}" destId="{592AA7D8-589D-4A93-951B-98926926AA14}" srcOrd="0" destOrd="0" parTransId="{DAE4EF8E-7BDC-4B1F-9C82-2A74CD8A0B58}" sibTransId="{31924AFF-3BB9-475F-AFFB-6B2907B60AC8}"/>
    <dgm:cxn modelId="{F16B62C7-977C-4DD9-BAE5-DE0DAF72A111}" srcId="{D5586B98-F4D5-4CD7-BBC8-D4E0C48405CD}" destId="{8755528E-43B1-4EDD-9ED8-B62A0A7983EB}" srcOrd="2" destOrd="0" parTransId="{BD1B65AD-F169-411D-97D8-2800F0F7B456}" sibTransId="{1D812529-4FC5-44D3-A4E2-B9A10AB6FC53}"/>
    <dgm:cxn modelId="{DFB500D7-4A3B-4E6D-9D2E-3ED21079F470}" type="presOf" srcId="{D5586B98-F4D5-4CD7-BBC8-D4E0C48405CD}" destId="{5A9A4E61-2FB2-49A4-9147-3C0DA287E55C}" srcOrd="0" destOrd="0" presId="urn:microsoft.com/office/officeart/2005/8/layout/vList2"/>
    <dgm:cxn modelId="{795030DE-8131-4977-9987-46C12D890B0B}" type="presOf" srcId="{8755528E-43B1-4EDD-9ED8-B62A0A7983EB}" destId="{186B2471-BABC-43FE-9394-94E96AD08D4D}" srcOrd="0" destOrd="0" presId="urn:microsoft.com/office/officeart/2005/8/layout/vList2"/>
    <dgm:cxn modelId="{B39ED8E5-37A4-4CE6-9126-700CAE8546BB}" type="presOf" srcId="{592AA7D8-589D-4A93-951B-98926926AA14}" destId="{D2715CCA-B9E4-45EF-9BBD-9D546D78AD42}" srcOrd="0" destOrd="0" presId="urn:microsoft.com/office/officeart/2005/8/layout/vList2"/>
    <dgm:cxn modelId="{173B0DFA-2011-4195-AA95-A89EE5AA066F}" srcId="{D5586B98-F4D5-4CD7-BBC8-D4E0C48405CD}" destId="{773B8332-761E-4B1C-994E-BBBC1370E4D8}" srcOrd="1" destOrd="0" parTransId="{BEB832F0-28B4-416C-ABDE-BA1440B0A620}" sibTransId="{051AF3B3-3728-470E-906A-722314E30773}"/>
    <dgm:cxn modelId="{331DA6C2-39FD-4C46-AEEE-22047A052B26}" type="presParOf" srcId="{5A9A4E61-2FB2-49A4-9147-3C0DA287E55C}" destId="{D2715CCA-B9E4-45EF-9BBD-9D546D78AD42}" srcOrd="0" destOrd="0" presId="urn:microsoft.com/office/officeart/2005/8/layout/vList2"/>
    <dgm:cxn modelId="{333F8C08-FE13-4226-815F-1A08D1AA1AAE}" type="presParOf" srcId="{5A9A4E61-2FB2-49A4-9147-3C0DA287E55C}" destId="{CF86EF4D-791B-4220-ABE8-F356A4E9E778}" srcOrd="1" destOrd="0" presId="urn:microsoft.com/office/officeart/2005/8/layout/vList2"/>
    <dgm:cxn modelId="{4B7F7289-4C72-4467-B025-EDD137576DDC}" type="presParOf" srcId="{5A9A4E61-2FB2-49A4-9147-3C0DA287E55C}" destId="{17E88396-09FE-4690-B108-D062BF17D67E}" srcOrd="2" destOrd="0" presId="urn:microsoft.com/office/officeart/2005/8/layout/vList2"/>
    <dgm:cxn modelId="{3ECCCEFD-1118-47A0-A725-F5D7DC7587DC}" type="presParOf" srcId="{5A9A4E61-2FB2-49A4-9147-3C0DA287E55C}" destId="{2EA7D4B9-F16F-40D8-BF2B-C86D9F2D5E27}" srcOrd="3" destOrd="0" presId="urn:microsoft.com/office/officeart/2005/8/layout/vList2"/>
    <dgm:cxn modelId="{BD20D80C-BD26-4CB3-A14E-63B748548AC4}" type="presParOf" srcId="{5A9A4E61-2FB2-49A4-9147-3C0DA287E55C}" destId="{186B2471-BABC-43FE-9394-94E96AD08D4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A0C75C-D338-4F9A-9B33-FDD88337E7DB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8F799A5-F262-485D-8044-006571AC07A9}">
      <dgm:prSet/>
      <dgm:spPr/>
      <dgm:t>
        <a:bodyPr/>
        <a:lstStyle/>
        <a:p>
          <a:r>
            <a:rPr lang="en-US"/>
            <a:t>• Osteoporosis – Bone thinning.</a:t>
          </a:r>
        </a:p>
      </dgm:t>
    </dgm:pt>
    <dgm:pt modelId="{770910DE-C0BE-4222-B0EB-8EE9D63CB143}" type="parTrans" cxnId="{23D0B508-7E08-4815-93BC-AEE89AC8F584}">
      <dgm:prSet/>
      <dgm:spPr/>
      <dgm:t>
        <a:bodyPr/>
        <a:lstStyle/>
        <a:p>
          <a:endParaRPr lang="en-US"/>
        </a:p>
      </dgm:t>
    </dgm:pt>
    <dgm:pt modelId="{6D45C542-DD9B-4DDA-A30B-20C7D704D0CD}" type="sibTrans" cxnId="{23D0B508-7E08-4815-93BC-AEE89AC8F584}">
      <dgm:prSet/>
      <dgm:spPr/>
      <dgm:t>
        <a:bodyPr/>
        <a:lstStyle/>
        <a:p>
          <a:endParaRPr lang="en-US"/>
        </a:p>
      </dgm:t>
    </dgm:pt>
    <dgm:pt modelId="{BC775940-1760-49B2-8821-E3DBED3A5628}">
      <dgm:prSet/>
      <dgm:spPr/>
      <dgm:t>
        <a:bodyPr/>
        <a:lstStyle/>
        <a:p>
          <a:r>
            <a:rPr lang="en-US"/>
            <a:t>• Arthritis – Joint inflammation.</a:t>
          </a:r>
        </a:p>
      </dgm:t>
    </dgm:pt>
    <dgm:pt modelId="{A2FBEE1D-BD15-4383-87AB-DEE960C2D410}" type="parTrans" cxnId="{D97B6EAA-11C5-47F8-A503-C9962B90C6F0}">
      <dgm:prSet/>
      <dgm:spPr/>
      <dgm:t>
        <a:bodyPr/>
        <a:lstStyle/>
        <a:p>
          <a:endParaRPr lang="en-US"/>
        </a:p>
      </dgm:t>
    </dgm:pt>
    <dgm:pt modelId="{6EA7B7A2-A0DD-499D-8B1B-873821A51D45}" type="sibTrans" cxnId="{D97B6EAA-11C5-47F8-A503-C9962B90C6F0}">
      <dgm:prSet/>
      <dgm:spPr/>
      <dgm:t>
        <a:bodyPr/>
        <a:lstStyle/>
        <a:p>
          <a:endParaRPr lang="en-US"/>
        </a:p>
      </dgm:t>
    </dgm:pt>
    <dgm:pt modelId="{F11FACAD-C785-45EF-8FA8-D5E788FE17B1}">
      <dgm:prSet/>
      <dgm:spPr/>
      <dgm:t>
        <a:bodyPr/>
        <a:lstStyle/>
        <a:p>
          <a:r>
            <a:rPr lang="en-US"/>
            <a:t>• Muscular dystrophy – Muscle degeneration.</a:t>
          </a:r>
        </a:p>
      </dgm:t>
    </dgm:pt>
    <dgm:pt modelId="{928E8BFB-6B1B-4678-B9B9-C5F0C80E58B1}" type="parTrans" cxnId="{B82D262D-869B-47E3-9D77-2A201D14CD91}">
      <dgm:prSet/>
      <dgm:spPr/>
      <dgm:t>
        <a:bodyPr/>
        <a:lstStyle/>
        <a:p>
          <a:endParaRPr lang="en-US"/>
        </a:p>
      </dgm:t>
    </dgm:pt>
    <dgm:pt modelId="{4071FA2F-246D-4E77-9607-07A7EAD8A1D9}" type="sibTrans" cxnId="{B82D262D-869B-47E3-9D77-2A201D14CD91}">
      <dgm:prSet/>
      <dgm:spPr/>
      <dgm:t>
        <a:bodyPr/>
        <a:lstStyle/>
        <a:p>
          <a:endParaRPr lang="en-US"/>
        </a:p>
      </dgm:t>
    </dgm:pt>
    <dgm:pt modelId="{F295DE50-D79B-4427-A148-0889E4C766B6}">
      <dgm:prSet/>
      <dgm:spPr/>
      <dgm:t>
        <a:bodyPr/>
        <a:lstStyle/>
        <a:p>
          <a:r>
            <a:rPr lang="en-US"/>
            <a:t>• Fractures &amp; sprains – Trauma-related.</a:t>
          </a:r>
        </a:p>
      </dgm:t>
    </dgm:pt>
    <dgm:pt modelId="{1A1BEBC7-3C12-4E6D-AB25-00FA902DDF33}" type="parTrans" cxnId="{E90D59E6-3E9D-42C0-8975-13966488D1F6}">
      <dgm:prSet/>
      <dgm:spPr/>
      <dgm:t>
        <a:bodyPr/>
        <a:lstStyle/>
        <a:p>
          <a:endParaRPr lang="en-US"/>
        </a:p>
      </dgm:t>
    </dgm:pt>
    <dgm:pt modelId="{C12DB98E-0A55-45F5-A67C-3B37E0F0F201}" type="sibTrans" cxnId="{E90D59E6-3E9D-42C0-8975-13966488D1F6}">
      <dgm:prSet/>
      <dgm:spPr/>
      <dgm:t>
        <a:bodyPr/>
        <a:lstStyle/>
        <a:p>
          <a:endParaRPr lang="en-US"/>
        </a:p>
      </dgm:t>
    </dgm:pt>
    <dgm:pt modelId="{68A96F02-A779-4F1F-B84A-F17DC2640383}" type="pres">
      <dgm:prSet presAssocID="{F9A0C75C-D338-4F9A-9B33-FDD88337E7DB}" presName="vert0" presStyleCnt="0">
        <dgm:presLayoutVars>
          <dgm:dir/>
          <dgm:animOne val="branch"/>
          <dgm:animLvl val="lvl"/>
        </dgm:presLayoutVars>
      </dgm:prSet>
      <dgm:spPr/>
    </dgm:pt>
    <dgm:pt modelId="{7E520747-FF41-4B8E-B7CA-CB1EF4CAA2AF}" type="pres">
      <dgm:prSet presAssocID="{F8F799A5-F262-485D-8044-006571AC07A9}" presName="thickLine" presStyleLbl="alignNode1" presStyleIdx="0" presStyleCnt="4"/>
      <dgm:spPr/>
    </dgm:pt>
    <dgm:pt modelId="{16ADD293-DC14-459E-A7BE-0C03B2254224}" type="pres">
      <dgm:prSet presAssocID="{F8F799A5-F262-485D-8044-006571AC07A9}" presName="horz1" presStyleCnt="0"/>
      <dgm:spPr/>
    </dgm:pt>
    <dgm:pt modelId="{4776E2C8-89D1-4B07-9C8F-2EB00A7FD8D6}" type="pres">
      <dgm:prSet presAssocID="{F8F799A5-F262-485D-8044-006571AC07A9}" presName="tx1" presStyleLbl="revTx" presStyleIdx="0" presStyleCnt="4"/>
      <dgm:spPr/>
    </dgm:pt>
    <dgm:pt modelId="{88CB115A-7954-49C5-B0DA-4C28A99A0888}" type="pres">
      <dgm:prSet presAssocID="{F8F799A5-F262-485D-8044-006571AC07A9}" presName="vert1" presStyleCnt="0"/>
      <dgm:spPr/>
    </dgm:pt>
    <dgm:pt modelId="{82B2F9EB-473C-4885-8E6F-5D71E461DE7A}" type="pres">
      <dgm:prSet presAssocID="{BC775940-1760-49B2-8821-E3DBED3A5628}" presName="thickLine" presStyleLbl="alignNode1" presStyleIdx="1" presStyleCnt="4"/>
      <dgm:spPr/>
    </dgm:pt>
    <dgm:pt modelId="{81AD7EF5-AAD6-4DB0-A7D7-5B47A9EA7CA6}" type="pres">
      <dgm:prSet presAssocID="{BC775940-1760-49B2-8821-E3DBED3A5628}" presName="horz1" presStyleCnt="0"/>
      <dgm:spPr/>
    </dgm:pt>
    <dgm:pt modelId="{4C119433-774E-476B-B6D6-000BF11441DF}" type="pres">
      <dgm:prSet presAssocID="{BC775940-1760-49B2-8821-E3DBED3A5628}" presName="tx1" presStyleLbl="revTx" presStyleIdx="1" presStyleCnt="4"/>
      <dgm:spPr/>
    </dgm:pt>
    <dgm:pt modelId="{7D3AC8C2-803B-4994-ADF6-2965CDE2A294}" type="pres">
      <dgm:prSet presAssocID="{BC775940-1760-49B2-8821-E3DBED3A5628}" presName="vert1" presStyleCnt="0"/>
      <dgm:spPr/>
    </dgm:pt>
    <dgm:pt modelId="{EA0A84BC-5B8B-463F-9B2D-1FDCABB11FC4}" type="pres">
      <dgm:prSet presAssocID="{F11FACAD-C785-45EF-8FA8-D5E788FE17B1}" presName="thickLine" presStyleLbl="alignNode1" presStyleIdx="2" presStyleCnt="4"/>
      <dgm:spPr/>
    </dgm:pt>
    <dgm:pt modelId="{97F75318-35B4-4314-985F-AEC42639524A}" type="pres">
      <dgm:prSet presAssocID="{F11FACAD-C785-45EF-8FA8-D5E788FE17B1}" presName="horz1" presStyleCnt="0"/>
      <dgm:spPr/>
    </dgm:pt>
    <dgm:pt modelId="{BB1F230B-3FF3-4993-B784-7FC4431C4A78}" type="pres">
      <dgm:prSet presAssocID="{F11FACAD-C785-45EF-8FA8-D5E788FE17B1}" presName="tx1" presStyleLbl="revTx" presStyleIdx="2" presStyleCnt="4"/>
      <dgm:spPr/>
    </dgm:pt>
    <dgm:pt modelId="{73A741DC-9A10-40B8-B27B-162120A716B3}" type="pres">
      <dgm:prSet presAssocID="{F11FACAD-C785-45EF-8FA8-D5E788FE17B1}" presName="vert1" presStyleCnt="0"/>
      <dgm:spPr/>
    </dgm:pt>
    <dgm:pt modelId="{0F2D1309-4354-4DD5-806F-C986E31DC201}" type="pres">
      <dgm:prSet presAssocID="{F295DE50-D79B-4427-A148-0889E4C766B6}" presName="thickLine" presStyleLbl="alignNode1" presStyleIdx="3" presStyleCnt="4"/>
      <dgm:spPr/>
    </dgm:pt>
    <dgm:pt modelId="{CE43A25A-4D5F-4F2B-8F67-6184EFD2BF78}" type="pres">
      <dgm:prSet presAssocID="{F295DE50-D79B-4427-A148-0889E4C766B6}" presName="horz1" presStyleCnt="0"/>
      <dgm:spPr/>
    </dgm:pt>
    <dgm:pt modelId="{428A54A0-87FF-422E-9C49-D8199DB656F7}" type="pres">
      <dgm:prSet presAssocID="{F295DE50-D79B-4427-A148-0889E4C766B6}" presName="tx1" presStyleLbl="revTx" presStyleIdx="3" presStyleCnt="4"/>
      <dgm:spPr/>
    </dgm:pt>
    <dgm:pt modelId="{93542F34-0ECD-49C7-9C5F-C03FD8A0166E}" type="pres">
      <dgm:prSet presAssocID="{F295DE50-D79B-4427-A148-0889E4C766B6}" presName="vert1" presStyleCnt="0"/>
      <dgm:spPr/>
    </dgm:pt>
  </dgm:ptLst>
  <dgm:cxnLst>
    <dgm:cxn modelId="{23D0B508-7E08-4815-93BC-AEE89AC8F584}" srcId="{F9A0C75C-D338-4F9A-9B33-FDD88337E7DB}" destId="{F8F799A5-F262-485D-8044-006571AC07A9}" srcOrd="0" destOrd="0" parTransId="{770910DE-C0BE-4222-B0EB-8EE9D63CB143}" sibTransId="{6D45C542-DD9B-4DDA-A30B-20C7D704D0CD}"/>
    <dgm:cxn modelId="{B82D262D-869B-47E3-9D77-2A201D14CD91}" srcId="{F9A0C75C-D338-4F9A-9B33-FDD88337E7DB}" destId="{F11FACAD-C785-45EF-8FA8-D5E788FE17B1}" srcOrd="2" destOrd="0" parTransId="{928E8BFB-6B1B-4678-B9B9-C5F0C80E58B1}" sibTransId="{4071FA2F-246D-4E77-9607-07A7EAD8A1D9}"/>
    <dgm:cxn modelId="{8BD57E45-C937-4EE1-A0F9-810742C2C635}" type="presOf" srcId="{F11FACAD-C785-45EF-8FA8-D5E788FE17B1}" destId="{BB1F230B-3FF3-4993-B784-7FC4431C4A78}" srcOrd="0" destOrd="0" presId="urn:microsoft.com/office/officeart/2008/layout/LinedList"/>
    <dgm:cxn modelId="{48FB5A88-A65A-42AF-AABF-3DD81ECFD003}" type="presOf" srcId="{BC775940-1760-49B2-8821-E3DBED3A5628}" destId="{4C119433-774E-476B-B6D6-000BF11441DF}" srcOrd="0" destOrd="0" presId="urn:microsoft.com/office/officeart/2008/layout/LinedList"/>
    <dgm:cxn modelId="{7F8C9F96-20E6-46D6-8755-E078A12CF6C3}" type="presOf" srcId="{F9A0C75C-D338-4F9A-9B33-FDD88337E7DB}" destId="{68A96F02-A779-4F1F-B84A-F17DC2640383}" srcOrd="0" destOrd="0" presId="urn:microsoft.com/office/officeart/2008/layout/LinedList"/>
    <dgm:cxn modelId="{D97B6EAA-11C5-47F8-A503-C9962B90C6F0}" srcId="{F9A0C75C-D338-4F9A-9B33-FDD88337E7DB}" destId="{BC775940-1760-49B2-8821-E3DBED3A5628}" srcOrd="1" destOrd="0" parTransId="{A2FBEE1D-BD15-4383-87AB-DEE960C2D410}" sibTransId="{6EA7B7A2-A0DD-499D-8B1B-873821A51D45}"/>
    <dgm:cxn modelId="{1D299CCB-553D-4089-8B57-30A202BCCBD4}" type="presOf" srcId="{F8F799A5-F262-485D-8044-006571AC07A9}" destId="{4776E2C8-89D1-4B07-9C8F-2EB00A7FD8D6}" srcOrd="0" destOrd="0" presId="urn:microsoft.com/office/officeart/2008/layout/LinedList"/>
    <dgm:cxn modelId="{1F65E7D4-8831-4F16-A87C-ACEED8CF41A1}" type="presOf" srcId="{F295DE50-D79B-4427-A148-0889E4C766B6}" destId="{428A54A0-87FF-422E-9C49-D8199DB656F7}" srcOrd="0" destOrd="0" presId="urn:microsoft.com/office/officeart/2008/layout/LinedList"/>
    <dgm:cxn modelId="{E90D59E6-3E9D-42C0-8975-13966488D1F6}" srcId="{F9A0C75C-D338-4F9A-9B33-FDD88337E7DB}" destId="{F295DE50-D79B-4427-A148-0889E4C766B6}" srcOrd="3" destOrd="0" parTransId="{1A1BEBC7-3C12-4E6D-AB25-00FA902DDF33}" sibTransId="{C12DB98E-0A55-45F5-A67C-3B37E0F0F201}"/>
    <dgm:cxn modelId="{685A45C3-ECCA-4EFF-A465-E2F9185588DF}" type="presParOf" srcId="{68A96F02-A779-4F1F-B84A-F17DC2640383}" destId="{7E520747-FF41-4B8E-B7CA-CB1EF4CAA2AF}" srcOrd="0" destOrd="0" presId="urn:microsoft.com/office/officeart/2008/layout/LinedList"/>
    <dgm:cxn modelId="{B78620B8-F0D2-40D7-A98B-14C0B2FB93D1}" type="presParOf" srcId="{68A96F02-A779-4F1F-B84A-F17DC2640383}" destId="{16ADD293-DC14-459E-A7BE-0C03B2254224}" srcOrd="1" destOrd="0" presId="urn:microsoft.com/office/officeart/2008/layout/LinedList"/>
    <dgm:cxn modelId="{54EECCA8-7C22-4FBF-94B9-999E9D2055A1}" type="presParOf" srcId="{16ADD293-DC14-459E-A7BE-0C03B2254224}" destId="{4776E2C8-89D1-4B07-9C8F-2EB00A7FD8D6}" srcOrd="0" destOrd="0" presId="urn:microsoft.com/office/officeart/2008/layout/LinedList"/>
    <dgm:cxn modelId="{73E51EB9-6BCF-42F6-9E4D-A06FD84E51E1}" type="presParOf" srcId="{16ADD293-DC14-459E-A7BE-0C03B2254224}" destId="{88CB115A-7954-49C5-B0DA-4C28A99A0888}" srcOrd="1" destOrd="0" presId="urn:microsoft.com/office/officeart/2008/layout/LinedList"/>
    <dgm:cxn modelId="{6A74165F-746F-490B-AD4A-12CB7D712DE1}" type="presParOf" srcId="{68A96F02-A779-4F1F-B84A-F17DC2640383}" destId="{82B2F9EB-473C-4885-8E6F-5D71E461DE7A}" srcOrd="2" destOrd="0" presId="urn:microsoft.com/office/officeart/2008/layout/LinedList"/>
    <dgm:cxn modelId="{8253C9AD-41B7-48E5-9B80-028B1B7FF4BE}" type="presParOf" srcId="{68A96F02-A779-4F1F-B84A-F17DC2640383}" destId="{81AD7EF5-AAD6-4DB0-A7D7-5B47A9EA7CA6}" srcOrd="3" destOrd="0" presId="urn:microsoft.com/office/officeart/2008/layout/LinedList"/>
    <dgm:cxn modelId="{A4CBF80D-F2BA-404B-AAC1-9AAB2DA68880}" type="presParOf" srcId="{81AD7EF5-AAD6-4DB0-A7D7-5B47A9EA7CA6}" destId="{4C119433-774E-476B-B6D6-000BF11441DF}" srcOrd="0" destOrd="0" presId="urn:microsoft.com/office/officeart/2008/layout/LinedList"/>
    <dgm:cxn modelId="{363B99FF-FB84-4C75-8EA8-51A7FC340A9E}" type="presParOf" srcId="{81AD7EF5-AAD6-4DB0-A7D7-5B47A9EA7CA6}" destId="{7D3AC8C2-803B-4994-ADF6-2965CDE2A294}" srcOrd="1" destOrd="0" presId="urn:microsoft.com/office/officeart/2008/layout/LinedList"/>
    <dgm:cxn modelId="{770033A2-DF8C-411F-8D87-098D24382CA5}" type="presParOf" srcId="{68A96F02-A779-4F1F-B84A-F17DC2640383}" destId="{EA0A84BC-5B8B-463F-9B2D-1FDCABB11FC4}" srcOrd="4" destOrd="0" presId="urn:microsoft.com/office/officeart/2008/layout/LinedList"/>
    <dgm:cxn modelId="{9C32D943-3DCF-4839-8691-FEF6FCDD70ED}" type="presParOf" srcId="{68A96F02-A779-4F1F-B84A-F17DC2640383}" destId="{97F75318-35B4-4314-985F-AEC42639524A}" srcOrd="5" destOrd="0" presId="urn:microsoft.com/office/officeart/2008/layout/LinedList"/>
    <dgm:cxn modelId="{A49AA6C7-B886-4454-BBBF-A9FB9322384C}" type="presParOf" srcId="{97F75318-35B4-4314-985F-AEC42639524A}" destId="{BB1F230B-3FF3-4993-B784-7FC4431C4A78}" srcOrd="0" destOrd="0" presId="urn:microsoft.com/office/officeart/2008/layout/LinedList"/>
    <dgm:cxn modelId="{6EC32CF7-98C5-45C2-83B4-AC5E5443BEDB}" type="presParOf" srcId="{97F75318-35B4-4314-985F-AEC42639524A}" destId="{73A741DC-9A10-40B8-B27B-162120A716B3}" srcOrd="1" destOrd="0" presId="urn:microsoft.com/office/officeart/2008/layout/LinedList"/>
    <dgm:cxn modelId="{9D89663C-42BC-4FE4-A14D-C3FA13E64D2E}" type="presParOf" srcId="{68A96F02-A779-4F1F-B84A-F17DC2640383}" destId="{0F2D1309-4354-4DD5-806F-C986E31DC201}" srcOrd="6" destOrd="0" presId="urn:microsoft.com/office/officeart/2008/layout/LinedList"/>
    <dgm:cxn modelId="{180E61A4-2B8F-40BD-948C-20B2A09BA8F5}" type="presParOf" srcId="{68A96F02-A779-4F1F-B84A-F17DC2640383}" destId="{CE43A25A-4D5F-4F2B-8F67-6184EFD2BF78}" srcOrd="7" destOrd="0" presId="urn:microsoft.com/office/officeart/2008/layout/LinedList"/>
    <dgm:cxn modelId="{6A84E1F7-C494-4944-A81A-A3BB6462DDA9}" type="presParOf" srcId="{CE43A25A-4D5F-4F2B-8F67-6184EFD2BF78}" destId="{428A54A0-87FF-422E-9C49-D8199DB656F7}" srcOrd="0" destOrd="0" presId="urn:microsoft.com/office/officeart/2008/layout/LinedList"/>
    <dgm:cxn modelId="{93786D67-1D38-4005-A064-D937C465241B}" type="presParOf" srcId="{CE43A25A-4D5F-4F2B-8F67-6184EFD2BF78}" destId="{93542F34-0ECD-49C7-9C5F-C03FD8A016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C7139-5F9A-41F0-8797-88429B35B45E}">
      <dsp:nvSpPr>
        <dsp:cNvPr id="0" name=""/>
        <dsp:cNvSpPr/>
      </dsp:nvSpPr>
      <dsp:spPr>
        <a:xfrm>
          <a:off x="0" y="25037"/>
          <a:ext cx="10058399" cy="12306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1. Skeletal System – 206 bones forming framework.</a:t>
          </a:r>
        </a:p>
      </dsp:txBody>
      <dsp:txXfrm>
        <a:off x="60077" y="85114"/>
        <a:ext cx="9938245" cy="1110539"/>
      </dsp:txXfrm>
    </dsp:sp>
    <dsp:sp modelId="{46871B54-F5E1-4DDC-AB39-B5589D2F2960}">
      <dsp:nvSpPr>
        <dsp:cNvPr id="0" name=""/>
        <dsp:cNvSpPr/>
      </dsp:nvSpPr>
      <dsp:spPr>
        <a:xfrm>
          <a:off x="0" y="1350771"/>
          <a:ext cx="10058399" cy="1230693"/>
        </a:xfrm>
        <a:prstGeom prst="roundRect">
          <a:avLst/>
        </a:prstGeom>
        <a:solidFill>
          <a:schemeClr val="accent5">
            <a:hueOff val="-341498"/>
            <a:satOff val="-29716"/>
            <a:lumOff val="-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2. Muscular System – 600+ muscles enabling movement.</a:t>
          </a:r>
        </a:p>
      </dsp:txBody>
      <dsp:txXfrm>
        <a:off x="60077" y="1410848"/>
        <a:ext cx="9938245" cy="1110539"/>
      </dsp:txXfrm>
    </dsp:sp>
    <dsp:sp modelId="{398150F8-E5A8-419B-A2ED-F65D83FECC64}">
      <dsp:nvSpPr>
        <dsp:cNvPr id="0" name=""/>
        <dsp:cNvSpPr/>
      </dsp:nvSpPr>
      <dsp:spPr>
        <a:xfrm>
          <a:off x="0" y="2676505"/>
          <a:ext cx="10058399" cy="1230693"/>
        </a:xfrm>
        <a:prstGeom prst="roundRect">
          <a:avLst/>
        </a:prstGeom>
        <a:solidFill>
          <a:schemeClr val="accent5">
            <a:hueOff val="-682995"/>
            <a:satOff val="-59431"/>
            <a:lumOff val="-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3. Joints &amp; Connective Tissues – ligaments, tendons, cartilage.</a:t>
          </a:r>
        </a:p>
      </dsp:txBody>
      <dsp:txXfrm>
        <a:off x="60077" y="2736582"/>
        <a:ext cx="9938245" cy="11105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874147-3077-45AF-B4C3-15600F2D8293}">
      <dsp:nvSpPr>
        <dsp:cNvPr id="0" name=""/>
        <dsp:cNvSpPr/>
      </dsp:nvSpPr>
      <dsp:spPr>
        <a:xfrm>
          <a:off x="0" y="38318"/>
          <a:ext cx="10058399" cy="702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Support – Maintains body shape &amp; posture.</a:t>
          </a:r>
        </a:p>
      </dsp:txBody>
      <dsp:txXfrm>
        <a:off x="34269" y="72587"/>
        <a:ext cx="9989861" cy="633462"/>
      </dsp:txXfrm>
    </dsp:sp>
    <dsp:sp modelId="{3667F77E-9399-45C8-983F-F200D11A6E05}">
      <dsp:nvSpPr>
        <dsp:cNvPr id="0" name=""/>
        <dsp:cNvSpPr/>
      </dsp:nvSpPr>
      <dsp:spPr>
        <a:xfrm>
          <a:off x="0" y="826718"/>
          <a:ext cx="10058399" cy="702000"/>
        </a:xfrm>
        <a:prstGeom prst="roundRect">
          <a:avLst/>
        </a:prstGeom>
        <a:solidFill>
          <a:schemeClr val="accent2">
            <a:hueOff val="8838"/>
            <a:satOff val="-8622"/>
            <a:lumOff val="-4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Movement – Skeletal muscles act on bones.</a:t>
          </a:r>
        </a:p>
      </dsp:txBody>
      <dsp:txXfrm>
        <a:off x="34269" y="860987"/>
        <a:ext cx="9989861" cy="633462"/>
      </dsp:txXfrm>
    </dsp:sp>
    <dsp:sp modelId="{37E46163-10FA-4D22-854C-7B8056754E3E}">
      <dsp:nvSpPr>
        <dsp:cNvPr id="0" name=""/>
        <dsp:cNvSpPr/>
      </dsp:nvSpPr>
      <dsp:spPr>
        <a:xfrm>
          <a:off x="0" y="1615118"/>
          <a:ext cx="10058399" cy="702000"/>
        </a:xfrm>
        <a:prstGeom prst="roundRect">
          <a:avLst/>
        </a:prstGeom>
        <a:solidFill>
          <a:schemeClr val="accent2">
            <a:hueOff val="17677"/>
            <a:satOff val="-17244"/>
            <a:lumOff val="-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Protection – Organs shielded by bones.</a:t>
          </a:r>
        </a:p>
      </dsp:txBody>
      <dsp:txXfrm>
        <a:off x="34269" y="1649387"/>
        <a:ext cx="9989861" cy="633462"/>
      </dsp:txXfrm>
    </dsp:sp>
    <dsp:sp modelId="{7404BCBE-5837-40B3-9E33-949FA69588A6}">
      <dsp:nvSpPr>
        <dsp:cNvPr id="0" name=""/>
        <dsp:cNvSpPr/>
      </dsp:nvSpPr>
      <dsp:spPr>
        <a:xfrm>
          <a:off x="0" y="2403518"/>
          <a:ext cx="10058399" cy="702000"/>
        </a:xfrm>
        <a:prstGeom prst="roundRect">
          <a:avLst/>
        </a:prstGeom>
        <a:solidFill>
          <a:schemeClr val="accent2">
            <a:hueOff val="26515"/>
            <a:satOff val="-25865"/>
            <a:lumOff val="-13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Mineral storage – Calcium &amp; phosphorus.</a:t>
          </a:r>
        </a:p>
      </dsp:txBody>
      <dsp:txXfrm>
        <a:off x="34269" y="2437787"/>
        <a:ext cx="9989861" cy="633462"/>
      </dsp:txXfrm>
    </dsp:sp>
    <dsp:sp modelId="{4CC4184B-D620-4CA9-866D-A62669221A11}">
      <dsp:nvSpPr>
        <dsp:cNvPr id="0" name=""/>
        <dsp:cNvSpPr/>
      </dsp:nvSpPr>
      <dsp:spPr>
        <a:xfrm>
          <a:off x="0" y="3191918"/>
          <a:ext cx="10058399" cy="702000"/>
        </a:xfrm>
        <a:prstGeom prst="roundRect">
          <a:avLst/>
        </a:prstGeom>
        <a:solidFill>
          <a:schemeClr val="accent2">
            <a:hueOff val="35353"/>
            <a:satOff val="-34487"/>
            <a:lumOff val="-17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Blood formation – Bone marrow produces blood cells.</a:t>
          </a:r>
        </a:p>
      </dsp:txBody>
      <dsp:txXfrm>
        <a:off x="34269" y="3226187"/>
        <a:ext cx="9989861" cy="633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125B1F-AFE0-436E-B70E-F12F54B246F2}">
      <dsp:nvSpPr>
        <dsp:cNvPr id="0" name=""/>
        <dsp:cNvSpPr/>
      </dsp:nvSpPr>
      <dsp:spPr>
        <a:xfrm>
          <a:off x="0" y="25037"/>
          <a:ext cx="10058399" cy="12306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Compact bone – Dense outer layer.</a:t>
          </a:r>
        </a:p>
      </dsp:txBody>
      <dsp:txXfrm>
        <a:off x="60077" y="85114"/>
        <a:ext cx="9938245" cy="1110539"/>
      </dsp:txXfrm>
    </dsp:sp>
    <dsp:sp modelId="{B97AF05B-CFC0-4FEE-B287-30B2126C0DD9}">
      <dsp:nvSpPr>
        <dsp:cNvPr id="0" name=""/>
        <dsp:cNvSpPr/>
      </dsp:nvSpPr>
      <dsp:spPr>
        <a:xfrm>
          <a:off x="0" y="1350771"/>
          <a:ext cx="10058399" cy="1230693"/>
        </a:xfrm>
        <a:prstGeom prst="roundRect">
          <a:avLst/>
        </a:prstGeom>
        <a:solidFill>
          <a:schemeClr val="accent2">
            <a:hueOff val="17677"/>
            <a:satOff val="-17244"/>
            <a:lumOff val="-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Spongy bone – Contains red marrow.</a:t>
          </a:r>
        </a:p>
      </dsp:txBody>
      <dsp:txXfrm>
        <a:off x="60077" y="1410848"/>
        <a:ext cx="9938245" cy="1110539"/>
      </dsp:txXfrm>
    </dsp:sp>
    <dsp:sp modelId="{8219BB36-1FEC-4D4C-B0A8-0F0C6D51DE9B}">
      <dsp:nvSpPr>
        <dsp:cNvPr id="0" name=""/>
        <dsp:cNvSpPr/>
      </dsp:nvSpPr>
      <dsp:spPr>
        <a:xfrm>
          <a:off x="0" y="2676505"/>
          <a:ext cx="10058399" cy="1230693"/>
        </a:xfrm>
        <a:prstGeom prst="roundRect">
          <a:avLst/>
        </a:prstGeom>
        <a:solidFill>
          <a:schemeClr val="accent2">
            <a:hueOff val="35353"/>
            <a:satOff val="-34487"/>
            <a:lumOff val="-17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Periosteum – Outer covering rich in nerves &amp; blood vessels.</a:t>
          </a:r>
        </a:p>
      </dsp:txBody>
      <dsp:txXfrm>
        <a:off x="60077" y="2736582"/>
        <a:ext cx="9938245" cy="11105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1DDAB-7EDA-4D20-A6EA-49CF39149C87}">
      <dsp:nvSpPr>
        <dsp:cNvPr id="0" name=""/>
        <dsp:cNvSpPr/>
      </dsp:nvSpPr>
      <dsp:spPr>
        <a:xfrm>
          <a:off x="0" y="484898"/>
          <a:ext cx="10058399" cy="912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Skeletal – Voluntary, attached to bones.</a:t>
          </a:r>
        </a:p>
      </dsp:txBody>
      <dsp:txXfrm>
        <a:off x="44549" y="529447"/>
        <a:ext cx="9969301" cy="823502"/>
      </dsp:txXfrm>
    </dsp:sp>
    <dsp:sp modelId="{E31DADB3-6433-4810-8BAB-ABF69801524B}">
      <dsp:nvSpPr>
        <dsp:cNvPr id="0" name=""/>
        <dsp:cNvSpPr/>
      </dsp:nvSpPr>
      <dsp:spPr>
        <a:xfrm>
          <a:off x="0" y="1509818"/>
          <a:ext cx="10058399" cy="912600"/>
        </a:xfrm>
        <a:prstGeom prst="roundRect">
          <a:avLst/>
        </a:prstGeom>
        <a:solidFill>
          <a:schemeClr val="accent2">
            <a:hueOff val="17677"/>
            <a:satOff val="-17244"/>
            <a:lumOff val="-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Smooth – Involuntary, found in internal organs.</a:t>
          </a:r>
        </a:p>
      </dsp:txBody>
      <dsp:txXfrm>
        <a:off x="44549" y="1554367"/>
        <a:ext cx="9969301" cy="823502"/>
      </dsp:txXfrm>
    </dsp:sp>
    <dsp:sp modelId="{B0649CB5-96E1-408C-BF78-9ADB721FEB03}">
      <dsp:nvSpPr>
        <dsp:cNvPr id="0" name=""/>
        <dsp:cNvSpPr/>
      </dsp:nvSpPr>
      <dsp:spPr>
        <a:xfrm>
          <a:off x="0" y="2534738"/>
          <a:ext cx="10058399" cy="912600"/>
        </a:xfrm>
        <a:prstGeom prst="roundRect">
          <a:avLst/>
        </a:prstGeom>
        <a:solidFill>
          <a:schemeClr val="accent2">
            <a:hueOff val="35353"/>
            <a:satOff val="-34487"/>
            <a:lumOff val="-17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Cardiac – Involuntary, found in the heart.</a:t>
          </a:r>
        </a:p>
      </dsp:txBody>
      <dsp:txXfrm>
        <a:off x="44549" y="2579287"/>
        <a:ext cx="9969301" cy="8235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3AD229-C7B3-4043-960D-7D3D2C9C2492}">
      <dsp:nvSpPr>
        <dsp:cNvPr id="0" name=""/>
        <dsp:cNvSpPr/>
      </dsp:nvSpPr>
      <dsp:spPr>
        <a:xfrm>
          <a:off x="0" y="636818"/>
          <a:ext cx="10058399" cy="8189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Fibrous joints – Immovable (e.g., skull).</a:t>
          </a:r>
        </a:p>
      </dsp:txBody>
      <dsp:txXfrm>
        <a:off x="39980" y="676798"/>
        <a:ext cx="9978439" cy="739039"/>
      </dsp:txXfrm>
    </dsp:sp>
    <dsp:sp modelId="{C7D009D2-093E-4386-9E10-88AEA62390F1}">
      <dsp:nvSpPr>
        <dsp:cNvPr id="0" name=""/>
        <dsp:cNvSpPr/>
      </dsp:nvSpPr>
      <dsp:spPr>
        <a:xfrm>
          <a:off x="0" y="1556618"/>
          <a:ext cx="10058399" cy="818999"/>
        </a:xfrm>
        <a:prstGeom prst="roundRect">
          <a:avLst/>
        </a:prstGeom>
        <a:solidFill>
          <a:schemeClr val="accent2">
            <a:hueOff val="17677"/>
            <a:satOff val="-17244"/>
            <a:lumOff val="-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Cartilaginous joints – Slightly movable (e.g., spine).</a:t>
          </a:r>
        </a:p>
      </dsp:txBody>
      <dsp:txXfrm>
        <a:off x="39980" y="1596598"/>
        <a:ext cx="9978439" cy="739039"/>
      </dsp:txXfrm>
    </dsp:sp>
    <dsp:sp modelId="{B9536F75-B6EC-4D47-BAB5-E9E456000C3B}">
      <dsp:nvSpPr>
        <dsp:cNvPr id="0" name=""/>
        <dsp:cNvSpPr/>
      </dsp:nvSpPr>
      <dsp:spPr>
        <a:xfrm>
          <a:off x="0" y="2476418"/>
          <a:ext cx="10058399" cy="818999"/>
        </a:xfrm>
        <a:prstGeom prst="roundRect">
          <a:avLst/>
        </a:prstGeom>
        <a:solidFill>
          <a:schemeClr val="accent2">
            <a:hueOff val="35353"/>
            <a:satOff val="-34487"/>
            <a:lumOff val="-17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Synovial joints – Freely movable (e.g., knee, shoulder).</a:t>
          </a:r>
        </a:p>
      </dsp:txBody>
      <dsp:txXfrm>
        <a:off x="39980" y="2516398"/>
        <a:ext cx="9978439" cy="7390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15CCA-B9E4-45EF-9BBD-9D546D78AD42}">
      <dsp:nvSpPr>
        <dsp:cNvPr id="0" name=""/>
        <dsp:cNvSpPr/>
      </dsp:nvSpPr>
      <dsp:spPr>
        <a:xfrm>
          <a:off x="0" y="636818"/>
          <a:ext cx="10058399" cy="8189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Motor neurons stimulate muscle fibers → contraction.</a:t>
          </a:r>
        </a:p>
      </dsp:txBody>
      <dsp:txXfrm>
        <a:off x="39980" y="676798"/>
        <a:ext cx="9978439" cy="739039"/>
      </dsp:txXfrm>
    </dsp:sp>
    <dsp:sp modelId="{17E88396-09FE-4690-B108-D062BF17D67E}">
      <dsp:nvSpPr>
        <dsp:cNvPr id="0" name=""/>
        <dsp:cNvSpPr/>
      </dsp:nvSpPr>
      <dsp:spPr>
        <a:xfrm>
          <a:off x="0" y="1556618"/>
          <a:ext cx="10058399" cy="818999"/>
        </a:xfrm>
        <a:prstGeom prst="roundRect">
          <a:avLst/>
        </a:prstGeom>
        <a:solidFill>
          <a:schemeClr val="accent2">
            <a:hueOff val="17677"/>
            <a:satOff val="-17244"/>
            <a:lumOff val="-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Proprioceptors provide position sense.</a:t>
          </a:r>
        </a:p>
      </dsp:txBody>
      <dsp:txXfrm>
        <a:off x="39980" y="1596598"/>
        <a:ext cx="9978439" cy="739039"/>
      </dsp:txXfrm>
    </dsp:sp>
    <dsp:sp modelId="{186B2471-BABC-43FE-9394-94E96AD08D4D}">
      <dsp:nvSpPr>
        <dsp:cNvPr id="0" name=""/>
        <dsp:cNvSpPr/>
      </dsp:nvSpPr>
      <dsp:spPr>
        <a:xfrm>
          <a:off x="0" y="2476418"/>
          <a:ext cx="10058399" cy="818999"/>
        </a:xfrm>
        <a:prstGeom prst="roundRect">
          <a:avLst/>
        </a:prstGeom>
        <a:solidFill>
          <a:schemeClr val="accent2">
            <a:hueOff val="35353"/>
            <a:satOff val="-34487"/>
            <a:lumOff val="-17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CNS integrates signals for smooth movement.</a:t>
          </a:r>
        </a:p>
      </dsp:txBody>
      <dsp:txXfrm>
        <a:off x="39980" y="2516398"/>
        <a:ext cx="9978439" cy="7390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520747-FF41-4B8E-B7CA-CB1EF4CAA2AF}">
      <dsp:nvSpPr>
        <dsp:cNvPr id="0" name=""/>
        <dsp:cNvSpPr/>
      </dsp:nvSpPr>
      <dsp:spPr>
        <a:xfrm>
          <a:off x="0" y="0"/>
          <a:ext cx="1005839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6E2C8-89D1-4B07-9C8F-2EB00A7FD8D6}">
      <dsp:nvSpPr>
        <dsp:cNvPr id="0" name=""/>
        <dsp:cNvSpPr/>
      </dsp:nvSpPr>
      <dsp:spPr>
        <a:xfrm>
          <a:off x="0" y="0"/>
          <a:ext cx="10058399" cy="983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• Osteoporosis – Bone thinning.</a:t>
          </a:r>
        </a:p>
      </dsp:txBody>
      <dsp:txXfrm>
        <a:off x="0" y="0"/>
        <a:ext cx="10058399" cy="983059"/>
      </dsp:txXfrm>
    </dsp:sp>
    <dsp:sp modelId="{82B2F9EB-473C-4885-8E6F-5D71E461DE7A}">
      <dsp:nvSpPr>
        <dsp:cNvPr id="0" name=""/>
        <dsp:cNvSpPr/>
      </dsp:nvSpPr>
      <dsp:spPr>
        <a:xfrm>
          <a:off x="0" y="983059"/>
          <a:ext cx="1005839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19433-774E-476B-B6D6-000BF11441DF}">
      <dsp:nvSpPr>
        <dsp:cNvPr id="0" name=""/>
        <dsp:cNvSpPr/>
      </dsp:nvSpPr>
      <dsp:spPr>
        <a:xfrm>
          <a:off x="0" y="983059"/>
          <a:ext cx="10058399" cy="983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• Arthritis – Joint inflammation.</a:t>
          </a:r>
        </a:p>
      </dsp:txBody>
      <dsp:txXfrm>
        <a:off x="0" y="983059"/>
        <a:ext cx="10058399" cy="983059"/>
      </dsp:txXfrm>
    </dsp:sp>
    <dsp:sp modelId="{EA0A84BC-5B8B-463F-9B2D-1FDCABB11FC4}">
      <dsp:nvSpPr>
        <dsp:cNvPr id="0" name=""/>
        <dsp:cNvSpPr/>
      </dsp:nvSpPr>
      <dsp:spPr>
        <a:xfrm>
          <a:off x="0" y="1966118"/>
          <a:ext cx="1005839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F230B-3FF3-4993-B784-7FC4431C4A78}">
      <dsp:nvSpPr>
        <dsp:cNvPr id="0" name=""/>
        <dsp:cNvSpPr/>
      </dsp:nvSpPr>
      <dsp:spPr>
        <a:xfrm>
          <a:off x="0" y="1966118"/>
          <a:ext cx="10058399" cy="983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• Muscular dystrophy – Muscle degeneration.</a:t>
          </a:r>
        </a:p>
      </dsp:txBody>
      <dsp:txXfrm>
        <a:off x="0" y="1966118"/>
        <a:ext cx="10058399" cy="983059"/>
      </dsp:txXfrm>
    </dsp:sp>
    <dsp:sp modelId="{0F2D1309-4354-4DD5-806F-C986E31DC201}">
      <dsp:nvSpPr>
        <dsp:cNvPr id="0" name=""/>
        <dsp:cNvSpPr/>
      </dsp:nvSpPr>
      <dsp:spPr>
        <a:xfrm>
          <a:off x="0" y="2949177"/>
          <a:ext cx="1005839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A54A0-87FF-422E-9C49-D8199DB656F7}">
      <dsp:nvSpPr>
        <dsp:cNvPr id="0" name=""/>
        <dsp:cNvSpPr/>
      </dsp:nvSpPr>
      <dsp:spPr>
        <a:xfrm>
          <a:off x="0" y="2949177"/>
          <a:ext cx="10058399" cy="983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• Fractures &amp; sprains – Trauma-related.</a:t>
          </a:r>
        </a:p>
      </dsp:txBody>
      <dsp:txXfrm>
        <a:off x="0" y="2949177"/>
        <a:ext cx="10058399" cy="9830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783F6793-6798-4A68-98CF-4993110EF0E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1D66E27-3E86-45C3-AA53-DDFBA7561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45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F6793-6798-4A68-98CF-4993110EF0E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6E27-3E86-45C3-AA53-DDFBA7561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863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83F6793-6798-4A68-98CF-4993110EF0E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41D66E27-3E86-45C3-AA53-DDFBA7561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870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F6793-6798-4A68-98CF-4993110EF0E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6E27-3E86-45C3-AA53-DDFBA7561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9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F6793-6798-4A68-98CF-4993110EF0E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6E27-3E86-45C3-AA53-DDFBA7561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94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F6793-6798-4A68-98CF-4993110EF0E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6E27-3E86-45C3-AA53-DDFBA7561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245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F6793-6798-4A68-98CF-4993110EF0E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6E27-3E86-45C3-AA53-DDFBA7561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705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F6793-6798-4A68-98CF-4993110EF0E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1D66E27-3E86-45C3-AA53-DDFBA756164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2345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783F6793-6798-4A68-98CF-4993110EF0E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1D66E27-3E86-45C3-AA53-DDFBA756164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0512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F6793-6798-4A68-98CF-4993110EF0E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6E27-3E86-45C3-AA53-DDFBA7561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0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F6793-6798-4A68-98CF-4993110EF0E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66E27-3E86-45C3-AA53-DDFBA7561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13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83F6793-6798-4A68-98CF-4993110EF0E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1D66E27-3E86-45C3-AA53-DDFBA756164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326310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1CA0-1707-AF22-BE99-FB2134428B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MEDICAL TERMINOLOGIES -5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83A1B-EA5B-9CAE-E227-2376D474F9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524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B045-EF8F-F1BC-4329-F9E9A3814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D6ACF5-B5F1-6F61-6F9D-C930BD632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642594"/>
            <a:ext cx="10058400" cy="539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79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6D22A-D380-0825-7F5C-1A0C8FB9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IN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B579FCDD-14DF-BECC-4AF3-843E7F644B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5424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38DE6-1D78-A1D3-2DF9-144F7BCE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IN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BB97EA39-557D-7E48-6EF5-ED885779C3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17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98D0-238B-F69A-1FBA-7C126F61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 STR.</a:t>
            </a:r>
            <a:endParaRPr lang="en-IN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C8BC7CB4-8FED-D8A2-985D-1A31A6EC77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0917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62FF-478F-7D5D-ACF4-C3BA701DA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MUSCLE TYPES</a:t>
            </a:r>
            <a:endParaRPr lang="en-IN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42DA3C81-8428-DCCA-7CCB-D7524FFEF9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7643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BA28E-4E93-32B2-8A09-E55A9BD0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JOINTS</a:t>
            </a:r>
            <a:endParaRPr lang="en-IN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E88D904D-B88A-0729-BBAC-D2B1E8751D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0547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9EE4-9567-C828-1874-E59D34DE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NEUROMUSCULAR COORINATION</a:t>
            </a:r>
            <a:endParaRPr lang="en-IN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0EA7215-8D25-3FE6-CD14-6C4FA9778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454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6ABE-3911-479F-0A44-DFCA0F694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Disorders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C4762B81-20AC-5093-8D1E-01076F8F56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18870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4</TotalTime>
  <Words>240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Garamond</vt:lpstr>
      <vt:lpstr>Savon</vt:lpstr>
      <vt:lpstr>MEDICAL TERMINOLOGIES -5</vt:lpstr>
      <vt:lpstr>PowerPoint Presentation</vt:lpstr>
      <vt:lpstr>COMPONENTS</vt:lpstr>
      <vt:lpstr>FUNCTIONS</vt:lpstr>
      <vt:lpstr>BONE STR.</vt:lpstr>
      <vt:lpstr>MUSCLE TYPES</vt:lpstr>
      <vt:lpstr>JOINTS</vt:lpstr>
      <vt:lpstr>NEUROMUSCULAR COORINATION</vt:lpstr>
      <vt:lpstr>Common Disorders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2025-11-20T15:22:20Z</dcterms:created>
  <dcterms:modified xsi:type="dcterms:W3CDTF">2025-11-20T16:06:26Z</dcterms:modified>
</cp:coreProperties>
</file>